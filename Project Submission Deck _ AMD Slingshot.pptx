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2" r:id="rId7"/>
    <p:sldId id="263" r:id="rId8"/>
    <p:sldId id="264" r:id="rId9"/>
    <p:sldId id="266" r:id="rId10"/>
    <p:sldId id="267" r:id="rId11"/>
    <p:sldId id="271" r:id="rId12"/>
    <p:sldId id="272" r:id="rId13"/>
    <p:sldId id="270" r:id="rId14"/>
  </p:sldIdLst>
  <p:sldSz cx="9144000" cy="5143500" type="screen16x9"/>
  <p:notesSz cx="6858000" cy="9144000"/>
  <p:embeddedFontLs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4433B6-49B0-4B21-AD9C-2173975F0230}" v="75" dt="2026-03-01T15:32:44.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21er@gmail.com" userId="31b443e37cf82410" providerId="LiveId" clId="{17C7B87E-17FE-4DC1-8CAD-FC1B65807BCB}"/>
    <pc:docChg chg="undo custSel addSld delSld modSld">
      <pc:chgData name="ayush21er@gmail.com" userId="31b443e37cf82410" providerId="LiveId" clId="{17C7B87E-17FE-4DC1-8CAD-FC1B65807BCB}" dt="2026-03-01T15:32:44.591" v="1085" actId="20577"/>
      <pc:docMkLst>
        <pc:docMk/>
      </pc:docMkLst>
      <pc:sldChg chg="modSp mod">
        <pc:chgData name="ayush21er@gmail.com" userId="31b443e37cf82410" providerId="LiveId" clId="{17C7B87E-17FE-4DC1-8CAD-FC1B65807BCB}" dt="2026-02-28T17:30:03.568" v="800" actId="20577"/>
        <pc:sldMkLst>
          <pc:docMk/>
          <pc:sldMk cId="0" sldId="256"/>
        </pc:sldMkLst>
        <pc:spChg chg="mod">
          <ac:chgData name="ayush21er@gmail.com" userId="31b443e37cf82410" providerId="LiveId" clId="{17C7B87E-17FE-4DC1-8CAD-FC1B65807BCB}" dt="2026-02-28T17:30:03.568" v="800" actId="20577"/>
          <ac:spMkLst>
            <pc:docMk/>
            <pc:sldMk cId="0" sldId="256"/>
            <ac:spMk id="58" creationId="{00000000-0000-0000-0000-000000000000}"/>
          </ac:spMkLst>
        </pc:spChg>
      </pc:sldChg>
      <pc:sldChg chg="addSp modSp mod">
        <pc:chgData name="ayush21er@gmail.com" userId="31b443e37cf82410" providerId="LiveId" clId="{17C7B87E-17FE-4DC1-8CAD-FC1B65807BCB}" dt="2026-02-25T06:50:20.682" v="140" actId="20577"/>
        <pc:sldMkLst>
          <pc:docMk/>
          <pc:sldMk cId="0" sldId="259"/>
        </pc:sldMkLst>
        <pc:spChg chg="mod">
          <ac:chgData name="ayush21er@gmail.com" userId="31b443e37cf82410" providerId="LiveId" clId="{17C7B87E-17FE-4DC1-8CAD-FC1B65807BCB}" dt="2026-02-25T06:50:20.682" v="140" actId="20577"/>
          <ac:spMkLst>
            <pc:docMk/>
            <pc:sldMk cId="0" sldId="259"/>
            <ac:spMk id="81" creationId="{00000000-0000-0000-0000-000000000000}"/>
          </ac:spMkLst>
        </pc:spChg>
      </pc:sldChg>
      <pc:sldChg chg="addSp delSp modSp mod">
        <pc:chgData name="ayush21er@gmail.com" userId="31b443e37cf82410" providerId="LiveId" clId="{17C7B87E-17FE-4DC1-8CAD-FC1B65807BCB}" dt="2026-02-28T17:32:53.141" v="1020" actId="478"/>
        <pc:sldMkLst>
          <pc:docMk/>
          <pc:sldMk cId="0" sldId="260"/>
        </pc:sldMkLst>
        <pc:spChg chg="mod">
          <ac:chgData name="ayush21er@gmail.com" userId="31b443e37cf82410" providerId="LiveId" clId="{17C7B87E-17FE-4DC1-8CAD-FC1B65807BCB}" dt="2026-02-28T17:32:50.596" v="1019" actId="1076"/>
          <ac:spMkLst>
            <pc:docMk/>
            <pc:sldMk cId="0" sldId="260"/>
            <ac:spMk id="89" creationId="{00000000-0000-0000-0000-000000000000}"/>
          </ac:spMkLst>
        </pc:spChg>
        <pc:cxnChg chg="add del mod">
          <ac:chgData name="ayush21er@gmail.com" userId="31b443e37cf82410" providerId="LiveId" clId="{17C7B87E-17FE-4DC1-8CAD-FC1B65807BCB}" dt="2026-02-28T17:32:53.141" v="1020" actId="478"/>
          <ac:cxnSpMkLst>
            <pc:docMk/>
            <pc:sldMk cId="0" sldId="260"/>
            <ac:cxnSpMk id="3" creationId="{7E0FEE8B-CFE0-5893-B751-C90D1EE929D1}"/>
          </ac:cxnSpMkLst>
        </pc:cxnChg>
        <pc:cxnChg chg="add del mod">
          <ac:chgData name="ayush21er@gmail.com" userId="31b443e37cf82410" providerId="LiveId" clId="{17C7B87E-17FE-4DC1-8CAD-FC1B65807BCB}" dt="2026-02-28T14:15:43.451" v="298" actId="21"/>
          <ac:cxnSpMkLst>
            <pc:docMk/>
            <pc:sldMk cId="0" sldId="260"/>
            <ac:cxnSpMk id="3" creationId="{9B5117B8-8544-3D14-3D6E-3F23F4896497}"/>
          </ac:cxnSpMkLst>
        </pc:cxnChg>
      </pc:sldChg>
      <pc:sldChg chg="del">
        <pc:chgData name="ayush21er@gmail.com" userId="31b443e37cf82410" providerId="LiveId" clId="{17C7B87E-17FE-4DC1-8CAD-FC1B65807BCB}" dt="2026-02-28T17:36:28.763" v="1029" actId="47"/>
        <pc:sldMkLst>
          <pc:docMk/>
          <pc:sldMk cId="0" sldId="261"/>
        </pc:sldMkLst>
      </pc:sldChg>
      <pc:sldChg chg="addSp delSp modSp mod">
        <pc:chgData name="ayush21er@gmail.com" userId="31b443e37cf82410" providerId="LiveId" clId="{17C7B87E-17FE-4DC1-8CAD-FC1B65807BCB}" dt="2026-02-28T14:32:11.364" v="467" actId="113"/>
        <pc:sldMkLst>
          <pc:docMk/>
          <pc:sldMk cId="0" sldId="262"/>
        </pc:sldMkLst>
        <pc:spChg chg="add del mod">
          <ac:chgData name="ayush21er@gmail.com" userId="31b443e37cf82410" providerId="LiveId" clId="{17C7B87E-17FE-4DC1-8CAD-FC1B65807BCB}" dt="2026-02-28T14:25:24.073" v="380" actId="21"/>
          <ac:spMkLst>
            <pc:docMk/>
            <pc:sldMk cId="0" sldId="262"/>
            <ac:spMk id="2" creationId="{BAF72200-F85D-6227-9A13-C5FC076400F2}"/>
          </ac:spMkLst>
        </pc:spChg>
        <pc:spChg chg="add del mod">
          <ac:chgData name="ayush21er@gmail.com" userId="31b443e37cf82410" providerId="LiveId" clId="{17C7B87E-17FE-4DC1-8CAD-FC1B65807BCB}" dt="2026-02-28T14:25:21.830" v="379" actId="21"/>
          <ac:spMkLst>
            <pc:docMk/>
            <pc:sldMk cId="0" sldId="262"/>
            <ac:spMk id="3" creationId="{13E8BAA5-7383-7364-F2E9-E71723CF393D}"/>
          </ac:spMkLst>
        </pc:spChg>
        <pc:spChg chg="add mod">
          <ac:chgData name="ayush21er@gmail.com" userId="31b443e37cf82410" providerId="LiveId" clId="{17C7B87E-17FE-4DC1-8CAD-FC1B65807BCB}" dt="2026-02-28T14:25:02.817" v="363" actId="767"/>
          <ac:spMkLst>
            <pc:docMk/>
            <pc:sldMk cId="0" sldId="262"/>
            <ac:spMk id="8" creationId="{C0054581-F48D-2679-9A35-93435B119847}"/>
          </ac:spMkLst>
        </pc:spChg>
        <pc:spChg chg="add del mod">
          <ac:chgData name="ayush21er@gmail.com" userId="31b443e37cf82410" providerId="LiveId" clId="{17C7B87E-17FE-4DC1-8CAD-FC1B65807BCB}" dt="2026-02-28T14:27:37.231" v="405" actId="21"/>
          <ac:spMkLst>
            <pc:docMk/>
            <pc:sldMk cId="0" sldId="262"/>
            <ac:spMk id="9" creationId="{73D839CC-25DC-61B0-76CC-780A59FB2066}"/>
          </ac:spMkLst>
        </pc:spChg>
        <pc:spChg chg="mod">
          <ac:chgData name="ayush21er@gmail.com" userId="31b443e37cf82410" providerId="LiveId" clId="{17C7B87E-17FE-4DC1-8CAD-FC1B65807BCB}" dt="2026-02-28T14:32:11.364" v="467" actId="113"/>
          <ac:spMkLst>
            <pc:docMk/>
            <pc:sldMk cId="0" sldId="262"/>
            <ac:spMk id="105" creationId="{00000000-0000-0000-0000-000000000000}"/>
          </ac:spMkLst>
        </pc:spChg>
        <pc:picChg chg="add del mod">
          <ac:chgData name="ayush21er@gmail.com" userId="31b443e37cf82410" providerId="LiveId" clId="{17C7B87E-17FE-4DC1-8CAD-FC1B65807BCB}" dt="2026-02-28T14:25:31.765" v="382" actId="21"/>
          <ac:picMkLst>
            <pc:docMk/>
            <pc:sldMk cId="0" sldId="262"/>
            <ac:picMk id="4" creationId="{A0E758DD-2EEC-A79C-1BAF-6BEC37E0ED99}"/>
          </ac:picMkLst>
        </pc:picChg>
        <pc:picChg chg="add del mod">
          <ac:chgData name="ayush21er@gmail.com" userId="31b443e37cf82410" providerId="LiveId" clId="{17C7B87E-17FE-4DC1-8CAD-FC1B65807BCB}" dt="2026-02-28T14:25:34.428" v="383" actId="21"/>
          <ac:picMkLst>
            <pc:docMk/>
            <pc:sldMk cId="0" sldId="262"/>
            <ac:picMk id="5" creationId="{E15AA611-A5D8-9DFE-A2C3-A8DB4657BD2D}"/>
          </ac:picMkLst>
        </pc:picChg>
        <pc:picChg chg="add del mod">
          <ac:chgData name="ayush21er@gmail.com" userId="31b443e37cf82410" providerId="LiveId" clId="{17C7B87E-17FE-4DC1-8CAD-FC1B65807BCB}" dt="2026-02-28T14:25:42.858" v="385" actId="21"/>
          <ac:picMkLst>
            <pc:docMk/>
            <pc:sldMk cId="0" sldId="262"/>
            <ac:picMk id="6" creationId="{B5C13C4B-6944-06D0-C3E6-A358539CA4C6}"/>
          </ac:picMkLst>
        </pc:picChg>
        <pc:picChg chg="add del mod">
          <ac:chgData name="ayush21er@gmail.com" userId="31b443e37cf82410" providerId="LiveId" clId="{17C7B87E-17FE-4DC1-8CAD-FC1B65807BCB}" dt="2026-02-28T14:25:40.192" v="384" actId="21"/>
          <ac:picMkLst>
            <pc:docMk/>
            <pc:sldMk cId="0" sldId="262"/>
            <ac:picMk id="7" creationId="{E43A1607-D6A9-7826-C6A1-548F4BCBE3BC}"/>
          </ac:picMkLst>
        </pc:picChg>
        <pc:picChg chg="add mod ord">
          <ac:chgData name="ayush21er@gmail.com" userId="31b443e37cf82410" providerId="LiveId" clId="{17C7B87E-17FE-4DC1-8CAD-FC1B65807BCB}" dt="2026-02-28T14:31:14.551" v="437" actId="167"/>
          <ac:picMkLst>
            <pc:docMk/>
            <pc:sldMk cId="0" sldId="262"/>
            <ac:picMk id="10" creationId="{1D2CE7E1-42F6-D2E4-C11B-C261836870A3}"/>
          </ac:picMkLst>
        </pc:picChg>
        <pc:picChg chg="add mod ord">
          <ac:chgData name="ayush21er@gmail.com" userId="31b443e37cf82410" providerId="LiveId" clId="{17C7B87E-17FE-4DC1-8CAD-FC1B65807BCB}" dt="2026-02-28T14:31:24.622" v="440" actId="167"/>
          <ac:picMkLst>
            <pc:docMk/>
            <pc:sldMk cId="0" sldId="262"/>
            <ac:picMk id="11" creationId="{0311E78E-BE14-6EF4-05A2-2BA3F8090157}"/>
          </ac:picMkLst>
        </pc:picChg>
        <pc:picChg chg="add mod ord">
          <ac:chgData name="ayush21er@gmail.com" userId="31b443e37cf82410" providerId="LiveId" clId="{17C7B87E-17FE-4DC1-8CAD-FC1B65807BCB}" dt="2026-02-28T14:31:03.949" v="435" actId="167"/>
          <ac:picMkLst>
            <pc:docMk/>
            <pc:sldMk cId="0" sldId="262"/>
            <ac:picMk id="12" creationId="{D5200346-E391-4A70-FAD0-DA09E574F92F}"/>
          </ac:picMkLst>
        </pc:picChg>
        <pc:picChg chg="add mod ord">
          <ac:chgData name="ayush21er@gmail.com" userId="31b443e37cf82410" providerId="LiveId" clId="{17C7B87E-17FE-4DC1-8CAD-FC1B65807BCB}" dt="2026-02-28T14:31:21.258" v="439" actId="167"/>
          <ac:picMkLst>
            <pc:docMk/>
            <pc:sldMk cId="0" sldId="262"/>
            <ac:picMk id="13" creationId="{7B688072-F9BC-5AA7-A627-DA1AC02BDA07}"/>
          </ac:picMkLst>
        </pc:picChg>
        <pc:picChg chg="add mod ord">
          <ac:chgData name="ayush21er@gmail.com" userId="31b443e37cf82410" providerId="LiveId" clId="{17C7B87E-17FE-4DC1-8CAD-FC1B65807BCB}" dt="2026-02-28T14:31:11.529" v="436" actId="167"/>
          <ac:picMkLst>
            <pc:docMk/>
            <pc:sldMk cId="0" sldId="262"/>
            <ac:picMk id="14" creationId="{62EAD873-BA52-D011-57EB-8AB15FC4E710}"/>
          </ac:picMkLst>
        </pc:picChg>
        <pc:picChg chg="add mod ord">
          <ac:chgData name="ayush21er@gmail.com" userId="31b443e37cf82410" providerId="LiveId" clId="{17C7B87E-17FE-4DC1-8CAD-FC1B65807BCB}" dt="2026-02-28T14:31:18.056" v="438" actId="167"/>
          <ac:picMkLst>
            <pc:docMk/>
            <pc:sldMk cId="0" sldId="262"/>
            <ac:picMk id="15" creationId="{3A836AAE-A747-F332-E81D-21D9715C0566}"/>
          </ac:picMkLst>
        </pc:picChg>
        <pc:picChg chg="mod">
          <ac:chgData name="ayush21er@gmail.com" userId="31b443e37cf82410" providerId="LiveId" clId="{17C7B87E-17FE-4DC1-8CAD-FC1B65807BCB}" dt="2026-02-28T14:25:02.574" v="362" actId="1076"/>
          <ac:picMkLst>
            <pc:docMk/>
            <pc:sldMk cId="0" sldId="262"/>
            <ac:picMk id="107" creationId="{00000000-0000-0000-0000-000000000000}"/>
          </ac:picMkLst>
        </pc:picChg>
      </pc:sldChg>
      <pc:sldChg chg="modSp mod">
        <pc:chgData name="ayush21er@gmail.com" userId="31b443e37cf82410" providerId="LiveId" clId="{17C7B87E-17FE-4DC1-8CAD-FC1B65807BCB}" dt="2026-02-28T14:39:04.014" v="558" actId="14100"/>
        <pc:sldMkLst>
          <pc:docMk/>
          <pc:sldMk cId="0" sldId="263"/>
        </pc:sldMkLst>
        <pc:spChg chg="mod">
          <ac:chgData name="ayush21er@gmail.com" userId="31b443e37cf82410" providerId="LiveId" clId="{17C7B87E-17FE-4DC1-8CAD-FC1B65807BCB}" dt="2026-02-28T14:39:04.014" v="558" actId="14100"/>
          <ac:spMkLst>
            <pc:docMk/>
            <pc:sldMk cId="0" sldId="263"/>
            <ac:spMk id="113" creationId="{00000000-0000-0000-0000-000000000000}"/>
          </ac:spMkLst>
        </pc:spChg>
      </pc:sldChg>
      <pc:sldChg chg="modSp mod">
        <pc:chgData name="ayush21er@gmail.com" userId="31b443e37cf82410" providerId="LiveId" clId="{17C7B87E-17FE-4DC1-8CAD-FC1B65807BCB}" dt="2026-02-28T14:38:03.869" v="549" actId="20577"/>
        <pc:sldMkLst>
          <pc:docMk/>
          <pc:sldMk cId="0" sldId="264"/>
        </pc:sldMkLst>
        <pc:spChg chg="mod">
          <ac:chgData name="ayush21er@gmail.com" userId="31b443e37cf82410" providerId="LiveId" clId="{17C7B87E-17FE-4DC1-8CAD-FC1B65807BCB}" dt="2026-02-28T14:38:03.869" v="549" actId="20577"/>
          <ac:spMkLst>
            <pc:docMk/>
            <pc:sldMk cId="0" sldId="264"/>
            <ac:spMk id="121" creationId="{00000000-0000-0000-0000-000000000000}"/>
          </ac:spMkLst>
        </pc:spChg>
      </pc:sldChg>
      <pc:sldChg chg="del">
        <pc:chgData name="ayush21er@gmail.com" userId="31b443e37cf82410" providerId="LiveId" clId="{17C7B87E-17FE-4DC1-8CAD-FC1B65807BCB}" dt="2026-02-28T17:36:26.596" v="1028" actId="47"/>
        <pc:sldMkLst>
          <pc:docMk/>
          <pc:sldMk cId="0" sldId="265"/>
        </pc:sldMkLst>
      </pc:sldChg>
      <pc:sldChg chg="modSp mod">
        <pc:chgData name="ayush21er@gmail.com" userId="31b443e37cf82410" providerId="LiveId" clId="{17C7B87E-17FE-4DC1-8CAD-FC1B65807BCB}" dt="2026-03-01T15:32:44.591" v="1085" actId="20577"/>
        <pc:sldMkLst>
          <pc:docMk/>
          <pc:sldMk cId="0" sldId="266"/>
        </pc:sldMkLst>
        <pc:spChg chg="mod">
          <ac:chgData name="ayush21er@gmail.com" userId="31b443e37cf82410" providerId="LiveId" clId="{17C7B87E-17FE-4DC1-8CAD-FC1B65807BCB}" dt="2026-03-01T15:32:44.591" v="1085" actId="20577"/>
          <ac:spMkLst>
            <pc:docMk/>
            <pc:sldMk cId="0" sldId="266"/>
            <ac:spMk id="136" creationId="{00000000-0000-0000-0000-000000000000}"/>
          </ac:spMkLst>
        </pc:spChg>
        <pc:spChg chg="mod">
          <ac:chgData name="ayush21er@gmail.com" userId="31b443e37cf82410" providerId="LiveId" clId="{17C7B87E-17FE-4DC1-8CAD-FC1B65807BCB}" dt="2026-02-28T17:36:22.977" v="1027" actId="20577"/>
          <ac:spMkLst>
            <pc:docMk/>
            <pc:sldMk cId="0" sldId="266"/>
            <ac:spMk id="137" creationId="{00000000-0000-0000-0000-000000000000}"/>
          </ac:spMkLst>
        </pc:spChg>
      </pc:sldChg>
      <pc:sldChg chg="addSp delSp modSp mod">
        <pc:chgData name="ayush21er@gmail.com" userId="31b443e37cf82410" providerId="LiveId" clId="{17C7B87E-17FE-4DC1-8CAD-FC1B65807BCB}" dt="2026-02-28T17:37:55.185" v="1043" actId="14100"/>
        <pc:sldMkLst>
          <pc:docMk/>
          <pc:sldMk cId="0" sldId="267"/>
        </pc:sldMkLst>
        <pc:spChg chg="add">
          <ac:chgData name="ayush21er@gmail.com" userId="31b443e37cf82410" providerId="LiveId" clId="{17C7B87E-17FE-4DC1-8CAD-FC1B65807BCB}" dt="2026-02-28T14:57:37.902" v="565"/>
          <ac:spMkLst>
            <pc:docMk/>
            <pc:sldMk cId="0" sldId="267"/>
            <ac:spMk id="2" creationId="{09E85561-153E-CAF7-2F3B-C783B9DFB9DC}"/>
          </ac:spMkLst>
        </pc:spChg>
        <pc:spChg chg="add">
          <ac:chgData name="ayush21er@gmail.com" userId="31b443e37cf82410" providerId="LiveId" clId="{17C7B87E-17FE-4DC1-8CAD-FC1B65807BCB}" dt="2026-02-28T14:57:44.327" v="567"/>
          <ac:spMkLst>
            <pc:docMk/>
            <pc:sldMk cId="0" sldId="267"/>
            <ac:spMk id="3" creationId="{FF293D72-F083-1CD0-1152-AFEE94F3A21B}"/>
          </ac:spMkLst>
        </pc:spChg>
        <pc:spChg chg="add mod">
          <ac:chgData name="ayush21er@gmail.com" userId="31b443e37cf82410" providerId="LiveId" clId="{17C7B87E-17FE-4DC1-8CAD-FC1B65807BCB}" dt="2026-02-28T14:58:09.601" v="570"/>
          <ac:spMkLst>
            <pc:docMk/>
            <pc:sldMk cId="0" sldId="267"/>
            <ac:spMk id="4" creationId="{323812D2-CCBF-1172-369D-5319A83B758F}"/>
          </ac:spMkLst>
        </pc:spChg>
        <pc:spChg chg="add del mod">
          <ac:chgData name="ayush21er@gmail.com" userId="31b443e37cf82410" providerId="LiveId" clId="{17C7B87E-17FE-4DC1-8CAD-FC1B65807BCB}" dt="2026-02-28T17:35:38.523" v="1022" actId="21"/>
          <ac:spMkLst>
            <pc:docMk/>
            <pc:sldMk cId="0" sldId="267"/>
            <ac:spMk id="6" creationId="{4ED7071A-A9BE-1B2A-D3D5-F4BBCFC8F61E}"/>
          </ac:spMkLst>
        </pc:spChg>
        <pc:spChg chg="add mod">
          <ac:chgData name="ayush21er@gmail.com" userId="31b443e37cf82410" providerId="LiveId" clId="{17C7B87E-17FE-4DC1-8CAD-FC1B65807BCB}" dt="2026-02-28T17:37:51.682" v="1042" actId="1076"/>
          <ac:spMkLst>
            <pc:docMk/>
            <pc:sldMk cId="0" sldId="267"/>
            <ac:spMk id="7" creationId="{991251E5-BB63-9126-9AB7-F47D51C7F1BA}"/>
          </ac:spMkLst>
        </pc:spChg>
        <pc:spChg chg="add del mod">
          <ac:chgData name="ayush21er@gmail.com" userId="31b443e37cf82410" providerId="LiveId" clId="{17C7B87E-17FE-4DC1-8CAD-FC1B65807BCB}" dt="2026-02-28T17:37:55.185" v="1043" actId="14100"/>
          <ac:spMkLst>
            <pc:docMk/>
            <pc:sldMk cId="0" sldId="267"/>
            <ac:spMk id="145" creationId="{00000000-0000-0000-0000-000000000000}"/>
          </ac:spMkLst>
        </pc:spChg>
        <pc:spChg chg="del">
          <ac:chgData name="ayush21er@gmail.com" userId="31b443e37cf82410" providerId="LiveId" clId="{17C7B87E-17FE-4DC1-8CAD-FC1B65807BCB}" dt="2026-02-28T17:35:34.607" v="1021" actId="21"/>
          <ac:spMkLst>
            <pc:docMk/>
            <pc:sldMk cId="0" sldId="267"/>
            <ac:spMk id="146" creationId="{00000000-0000-0000-0000-000000000000}"/>
          </ac:spMkLst>
        </pc:spChg>
      </pc:sldChg>
      <pc:sldChg chg="del">
        <pc:chgData name="ayush21er@gmail.com" userId="31b443e37cf82410" providerId="LiveId" clId="{17C7B87E-17FE-4DC1-8CAD-FC1B65807BCB}" dt="2026-02-28T15:04:11.661" v="614" actId="47"/>
        <pc:sldMkLst>
          <pc:docMk/>
          <pc:sldMk cId="0" sldId="268"/>
        </pc:sldMkLst>
      </pc:sldChg>
      <pc:sldChg chg="del">
        <pc:chgData name="ayush21er@gmail.com" userId="31b443e37cf82410" providerId="LiveId" clId="{17C7B87E-17FE-4DC1-8CAD-FC1B65807BCB}" dt="2026-02-28T15:06:28.158" v="652" actId="47"/>
        <pc:sldMkLst>
          <pc:docMk/>
          <pc:sldMk cId="0" sldId="269"/>
        </pc:sldMkLst>
      </pc:sldChg>
      <pc:sldChg chg="addSp delSp modSp add del mod">
        <pc:chgData name="ayush21er@gmail.com" userId="31b443e37cf82410" providerId="LiveId" clId="{17C7B87E-17FE-4DC1-8CAD-FC1B65807BCB}" dt="2026-02-28T17:38:20.590" v="1051" actId="1076"/>
        <pc:sldMkLst>
          <pc:docMk/>
          <pc:sldMk cId="1231685739" sldId="271"/>
        </pc:sldMkLst>
        <pc:spChg chg="add del mod">
          <ac:chgData name="ayush21er@gmail.com" userId="31b443e37cf82410" providerId="LiveId" clId="{17C7B87E-17FE-4DC1-8CAD-FC1B65807BCB}" dt="2026-02-28T15:04:28.152" v="616" actId="21"/>
          <ac:spMkLst>
            <pc:docMk/>
            <pc:sldMk cId="1231685739" sldId="271"/>
            <ac:spMk id="3" creationId="{B1404A8B-44AB-E2A7-B850-A04895A8F5BA}"/>
          </ac:spMkLst>
        </pc:spChg>
        <pc:spChg chg="add mod">
          <ac:chgData name="ayush21er@gmail.com" userId="31b443e37cf82410" providerId="LiveId" clId="{17C7B87E-17FE-4DC1-8CAD-FC1B65807BCB}" dt="2026-02-28T15:04:43.057" v="621"/>
          <ac:spMkLst>
            <pc:docMk/>
            <pc:sldMk cId="1231685739" sldId="271"/>
            <ac:spMk id="4" creationId="{B1404A8B-44AB-E2A7-B850-A04895A8F5BA}"/>
          </ac:spMkLst>
        </pc:spChg>
        <pc:spChg chg="add mod">
          <ac:chgData name="ayush21er@gmail.com" userId="31b443e37cf82410" providerId="LiveId" clId="{17C7B87E-17FE-4DC1-8CAD-FC1B65807BCB}" dt="2026-02-28T17:38:20.590" v="1051" actId="1076"/>
          <ac:spMkLst>
            <pc:docMk/>
            <pc:sldMk cId="1231685739" sldId="271"/>
            <ac:spMk id="5" creationId="{80B83C79-2319-A98A-A5CD-56A6FB488240}"/>
          </ac:spMkLst>
        </pc:spChg>
        <pc:spChg chg="add del mod">
          <ac:chgData name="ayush21er@gmail.com" userId="31b443e37cf82410" providerId="LiveId" clId="{17C7B87E-17FE-4DC1-8CAD-FC1B65807BCB}" dt="2026-02-28T17:38:05.893" v="1046" actId="21"/>
          <ac:spMkLst>
            <pc:docMk/>
            <pc:sldMk cId="1231685739" sldId="271"/>
            <ac:spMk id="145" creationId="{618F5F40-9888-179B-E03A-8993BE63062C}"/>
          </ac:spMkLst>
        </pc:spChg>
        <pc:spChg chg="del">
          <ac:chgData name="ayush21er@gmail.com" userId="31b443e37cf82410" providerId="LiveId" clId="{17C7B87E-17FE-4DC1-8CAD-FC1B65807BCB}" dt="2026-02-28T15:04:23.732" v="615" actId="21"/>
          <ac:spMkLst>
            <pc:docMk/>
            <pc:sldMk cId="1231685739" sldId="271"/>
            <ac:spMk id="146" creationId="{E070EA23-B071-ABEF-C49D-B7B26794DF94}"/>
          </ac:spMkLst>
        </pc:spChg>
      </pc:sldChg>
      <pc:sldChg chg="addSp modSp add mod">
        <pc:chgData name="ayush21er@gmail.com" userId="31b443e37cf82410" providerId="LiveId" clId="{17C7B87E-17FE-4DC1-8CAD-FC1B65807BCB}" dt="2026-02-28T17:39:04.220" v="1061" actId="14100"/>
        <pc:sldMkLst>
          <pc:docMk/>
          <pc:sldMk cId="3013326834" sldId="272"/>
        </pc:sldMkLst>
        <pc:spChg chg="add mod">
          <ac:chgData name="ayush21er@gmail.com" userId="31b443e37cf82410" providerId="LiveId" clId="{17C7B87E-17FE-4DC1-8CAD-FC1B65807BCB}" dt="2026-02-28T17:39:01.090" v="1060" actId="1076"/>
          <ac:spMkLst>
            <pc:docMk/>
            <pc:sldMk cId="3013326834" sldId="272"/>
            <ac:spMk id="2" creationId="{3ED4D32E-6A0A-870A-C132-9F78494516E1}"/>
          </ac:spMkLst>
        </pc:spChg>
        <pc:spChg chg="mod">
          <ac:chgData name="ayush21er@gmail.com" userId="31b443e37cf82410" providerId="LiveId" clId="{17C7B87E-17FE-4DC1-8CAD-FC1B65807BCB}" dt="2026-02-28T17:39:04.220" v="1061" actId="14100"/>
          <ac:spMkLst>
            <pc:docMk/>
            <pc:sldMk cId="3013326834" sldId="272"/>
            <ac:spMk id="145" creationId="{7543B4B5-220D-2ED4-0722-F89F059FD94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7fa3dcd40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 name="Google Shape;61;g37fa3dcd40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7fa3dcd40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9" name="Google Shape;69;g37fa3dcd40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7fa3dcd40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78" name="Google Shape;78;g37fa3dcd4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7fa3dcd4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6" name="Google Shape;86;g37fa3dcd4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fa3dcd40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2" name="Google Shape;102;g37fa3dcd40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fa3dcd40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0" name="Google Shape;110;g37fa3dcd40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7fa3dcd40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8" name="Google Shape;118;g37fa3dcd40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7fa3dcd40f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4" name="Google Shape;134;g37fa3dcd40f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7fa3dcd40f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43" name="Google Shape;143;g37fa3dcd40f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BEC6C43-4511-4848-7FA0-AC72BEB80D84}"/>
            </a:ext>
          </a:extLst>
        </p:cNvPr>
        <p:cNvGrpSpPr/>
        <p:nvPr/>
      </p:nvGrpSpPr>
      <p:grpSpPr>
        <a:xfrm>
          <a:off x="0" y="0"/>
          <a:ext cx="0" cy="0"/>
          <a:chOff x="0" y="0"/>
          <a:chExt cx="0" cy="0"/>
        </a:xfrm>
      </p:grpSpPr>
      <p:sp>
        <p:nvSpPr>
          <p:cNvPr id="142" name="Google Shape;142;g37fa3dcd40f_0_82:notes">
            <a:extLst>
              <a:ext uri="{FF2B5EF4-FFF2-40B4-BE49-F238E27FC236}">
                <a16:creationId xmlns:a16="http://schemas.microsoft.com/office/drawing/2014/main" id="{B7AC84FD-24F4-2EDB-B71F-571F337F4C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43" name="Google Shape;143;g37fa3dcd40f_0_82:notes">
            <a:extLst>
              <a:ext uri="{FF2B5EF4-FFF2-40B4-BE49-F238E27FC236}">
                <a16:creationId xmlns:a16="http://schemas.microsoft.com/office/drawing/2014/main" id="{662EFD87-2D39-8615-73C1-23E335D5D3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4759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DEE5F83C-5F15-AF28-9B56-B375145F1AF0}"/>
            </a:ext>
          </a:extLst>
        </p:cNvPr>
        <p:cNvGrpSpPr/>
        <p:nvPr/>
      </p:nvGrpSpPr>
      <p:grpSpPr>
        <a:xfrm>
          <a:off x="0" y="0"/>
          <a:ext cx="0" cy="0"/>
          <a:chOff x="0" y="0"/>
          <a:chExt cx="0" cy="0"/>
        </a:xfrm>
      </p:grpSpPr>
      <p:sp>
        <p:nvSpPr>
          <p:cNvPr id="142" name="Google Shape;142;g37fa3dcd40f_0_82:notes">
            <a:extLst>
              <a:ext uri="{FF2B5EF4-FFF2-40B4-BE49-F238E27FC236}">
                <a16:creationId xmlns:a16="http://schemas.microsoft.com/office/drawing/2014/main" id="{8D616C35-E912-F64C-3268-E169D5324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43" name="Google Shape;143;g37fa3dcd40f_0_82:notes">
            <a:extLst>
              <a:ext uri="{FF2B5EF4-FFF2-40B4-BE49-F238E27FC236}">
                <a16:creationId xmlns:a16="http://schemas.microsoft.com/office/drawing/2014/main" id="{EECFDC06-5BE0-623F-2F76-85EC1D3FD6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9635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fa3dcd40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3" name="Google Shape;163;g37fa3dcd40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yush21er-jpg/Smart-Vehicle-Health-Monitor"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hyperlink" Target="https://www.youtube.com/watch?v=Ottpxu--n5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56" name="Google Shape;56;p13" title="AMD.PS.S1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57" name="Google Shape;57;p13"/>
          <p:cNvSpPr txBox="1"/>
          <p:nvPr/>
        </p:nvSpPr>
        <p:spPr>
          <a:xfrm>
            <a:off x="179825" y="3316325"/>
            <a:ext cx="3000000" cy="4617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r>
              <a:rPr lang="en-GB" sz="1800" b="1">
                <a:solidFill>
                  <a:schemeClr val="dk1"/>
                </a:solidFill>
                <a:latin typeface="Poppins"/>
                <a:ea typeface="Poppins"/>
                <a:cs typeface="Poppins"/>
                <a:sym typeface="Poppins"/>
              </a:rPr>
              <a:t>Team Details</a:t>
            </a:r>
            <a:endParaRPr sz="1800">
              <a:latin typeface="Poppins"/>
              <a:ea typeface="Poppins"/>
              <a:cs typeface="Poppins"/>
              <a:sym typeface="Poppins"/>
            </a:endParaRPr>
          </a:p>
        </p:txBody>
      </p:sp>
      <p:sp>
        <p:nvSpPr>
          <p:cNvPr id="58" name="Google Shape;58;p13"/>
          <p:cNvSpPr txBox="1"/>
          <p:nvPr/>
        </p:nvSpPr>
        <p:spPr>
          <a:xfrm>
            <a:off x="540824" y="3778025"/>
            <a:ext cx="8603175" cy="1175676"/>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Char char="➔"/>
            </a:pPr>
            <a:r>
              <a:rPr lang="en-GB" dirty="0">
                <a:solidFill>
                  <a:schemeClr val="dk1"/>
                </a:solidFill>
                <a:latin typeface="Poppins"/>
                <a:ea typeface="Poppins"/>
                <a:cs typeface="Poppins"/>
                <a:sym typeface="Poppins"/>
              </a:rPr>
              <a:t>Team name - HELLSTER</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dirty="0">
                <a:solidFill>
                  <a:schemeClr val="dk1"/>
                </a:solidFill>
                <a:latin typeface="Poppins"/>
                <a:ea typeface="Poppins"/>
                <a:cs typeface="Poppins"/>
                <a:sym typeface="Poppins"/>
              </a:rPr>
              <a:t>Team leader name – Ayush Verma</a:t>
            </a:r>
            <a:endParaRPr dirty="0">
              <a:solidFill>
                <a:schemeClr val="dk1"/>
              </a:solidFill>
              <a:latin typeface="Poppins"/>
              <a:ea typeface="Poppins"/>
              <a:cs typeface="Poppins"/>
              <a:sym typeface="Poppins"/>
            </a:endParaRPr>
          </a:p>
          <a:p>
            <a:pPr marL="457200" lvl="0" indent="-317500">
              <a:lnSpc>
                <a:spcPct val="115000"/>
              </a:lnSpc>
              <a:buClr>
                <a:schemeClr val="dk1"/>
              </a:buClr>
              <a:buSzPts val="1400"/>
              <a:buFont typeface="Poppins"/>
              <a:buChar char="➔"/>
            </a:pPr>
            <a:r>
              <a:rPr lang="en-GB" dirty="0">
                <a:solidFill>
                  <a:schemeClr val="dk1"/>
                </a:solidFill>
                <a:latin typeface="Poppins"/>
                <a:ea typeface="Poppins"/>
                <a:cs typeface="Poppins"/>
                <a:sym typeface="Poppins"/>
              </a:rPr>
              <a:t>Problem Statement - </a:t>
            </a:r>
            <a:r>
              <a:rPr lang="en-US" sz="1200" dirty="0">
                <a:solidFill>
                  <a:schemeClr val="dk1"/>
                </a:solidFill>
                <a:latin typeface="Poppins"/>
                <a:ea typeface="Poppins"/>
                <a:cs typeface="Poppins"/>
                <a:sym typeface="Poppins"/>
              </a:rPr>
              <a:t>S</a:t>
            </a:r>
            <a:r>
              <a:rPr lang="en-US" sz="1200" dirty="0"/>
              <a:t>ystem that predicts vehicle component failures early to enable preventive maintenance and improve safety.</a:t>
            </a:r>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Brief about the idea</a:t>
            </a:r>
            <a:endParaRPr sz="1620" b="1">
              <a:latin typeface="Poppins"/>
              <a:ea typeface="Poppins"/>
              <a:cs typeface="Poppins"/>
              <a:sym typeface="Poppins"/>
            </a:endParaRPr>
          </a:p>
        </p:txBody>
      </p:sp>
      <p:sp>
        <p:nvSpPr>
          <p:cNvPr id="64" name="Google Shape;64;p14"/>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indent="0" algn="l"/>
            <a:r>
              <a:rPr lang="en-US" sz="1400" dirty="0"/>
              <a:t>This project presents a Smart Vehicle Health Monitoring System built on a Ryzen-powered edge computing architecture. The system collects real-time data from multiple vehicle subsystems such as engine, battery, braking, and tyres, and processes it locally using AI-based predictive models. By using the multi-core performance and compute capabilities of AMD Ryzen processors, the platform performs sensor fusion, anomaly detection, and predictive maintenance analytics. The output is delivered through an interactive dashboard that provides diagnostics, risk alerts, and estimated safe runtime, enabling proactive maintenance and improved vehicle reliability.</a:t>
            </a:r>
          </a:p>
          <a:p>
            <a:pPr marL="0" indent="0" algn="l"/>
            <a:endParaRPr lang="en-US" sz="1400" dirty="0"/>
          </a:p>
          <a:p>
            <a:pPr marL="0" indent="0" algn="l"/>
            <a:endParaRPr lang="en-US" sz="1400" dirty="0"/>
          </a:p>
          <a:p>
            <a:pPr marL="0" indent="0" algn="l"/>
            <a:r>
              <a:rPr lang="en-IN" sz="1400" b="1" dirty="0"/>
              <a:t>Sensors → Data Interface → Ryzen Edge Computer → AI Models → Dashboard / Alerts</a:t>
            </a:r>
            <a:endParaRPr lang="en-IN" sz="1400" dirty="0"/>
          </a:p>
          <a:p>
            <a:pPr marL="0" indent="0" algn="l"/>
            <a:endParaRPr lang="en-IN" sz="1400" dirty="0"/>
          </a:p>
          <a:p>
            <a:pPr marL="0" indent="0" algn="l"/>
            <a:endParaRPr lang="en-IN" sz="1400" dirty="0"/>
          </a:p>
        </p:txBody>
      </p:sp>
      <p:pic>
        <p:nvPicPr>
          <p:cNvPr id="65" name="Google Shape;65;p14"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66" name="Google Shape;66;p14"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Opportunities</a:t>
            </a:r>
            <a:endParaRPr sz="1620" b="1">
              <a:latin typeface="Poppins"/>
              <a:ea typeface="Poppins"/>
              <a:cs typeface="Poppins"/>
              <a:sym typeface="Poppins"/>
            </a:endParaRPr>
          </a:p>
        </p:txBody>
      </p:sp>
      <p:sp>
        <p:nvSpPr>
          <p:cNvPr id="72" name="Google Shape;72;p15"/>
          <p:cNvSpPr txBox="1">
            <a:spLocks noGrp="1"/>
          </p:cNvSpPr>
          <p:nvPr>
            <p:ph type="subTitle" idx="1"/>
          </p:nvPr>
        </p:nvSpPr>
        <p:spPr>
          <a:xfrm>
            <a:off x="311700" y="2192150"/>
            <a:ext cx="8520600" cy="2582400"/>
          </a:xfrm>
          <a:prstGeom prst="rect">
            <a:avLst/>
          </a:prstGeom>
        </p:spPr>
        <p:txBody>
          <a:bodyPr spcFirstLastPara="1" wrap="square" lIns="91425" tIns="91425" rIns="91425" bIns="91425" anchor="t" anchorCtr="0">
            <a:normAutofit lnSpcReduction="10000"/>
          </a:bodyPr>
          <a:lstStyle/>
          <a:p>
            <a:r>
              <a:rPr lang="en-US" sz="1400" b="1" dirty="0"/>
              <a:t>Difference:</a:t>
            </a:r>
            <a:br>
              <a:rPr lang="en-US" sz="1400" dirty="0"/>
            </a:br>
            <a:r>
              <a:rPr lang="en-US" sz="1400" dirty="0"/>
              <a:t>Traditional onboard diagnostics focus on fault detection, not prediction but</a:t>
            </a:r>
          </a:p>
          <a:p>
            <a:r>
              <a:rPr lang="en-IN" sz="1400" dirty="0"/>
              <a:t>Ryzen-powered edge AI predictive maintenance platform</a:t>
            </a:r>
          </a:p>
          <a:p>
            <a:r>
              <a:rPr lang="en-IN" sz="1400" dirty="0"/>
              <a:t>Combines multiple subsystem insights in one unified dashboard and</a:t>
            </a:r>
          </a:p>
          <a:p>
            <a:r>
              <a:rPr lang="en-IN" sz="1400" dirty="0"/>
              <a:t>Focuses on predictive insights.</a:t>
            </a:r>
            <a:endParaRPr lang="en-US" sz="1400" dirty="0"/>
          </a:p>
          <a:p>
            <a:endParaRPr lang="en-US" sz="1400" dirty="0"/>
          </a:p>
          <a:p>
            <a:endParaRPr lang="en-US" sz="1400" dirty="0"/>
          </a:p>
          <a:p>
            <a:r>
              <a:rPr lang="en-US" sz="1400" b="1" dirty="0"/>
              <a:t>Problem Solved:</a:t>
            </a:r>
            <a:br>
              <a:rPr lang="en-US" sz="1400" dirty="0"/>
            </a:br>
            <a:r>
              <a:rPr lang="en-US" sz="1400" dirty="0"/>
              <a:t>Transforms maintenance from reactive to predictive</a:t>
            </a:r>
          </a:p>
          <a:p>
            <a:r>
              <a:rPr lang="en-US" sz="1400" dirty="0"/>
              <a:t> </a:t>
            </a:r>
          </a:p>
          <a:p>
            <a:r>
              <a:rPr lang="en-US" sz="1400" b="1" dirty="0"/>
              <a:t>USP:</a:t>
            </a:r>
            <a:br>
              <a:rPr lang="en-US" sz="1400" dirty="0"/>
            </a:br>
            <a:r>
              <a:rPr lang="en-US" sz="1400" dirty="0"/>
              <a:t>Ryzen-powered real-time predictive analytics at the vehicle edge</a:t>
            </a:r>
          </a:p>
          <a:p>
            <a:pPr marL="0" lvl="0" indent="0" algn="l" rtl="0">
              <a:spcBef>
                <a:spcPts val="0"/>
              </a:spcBef>
              <a:spcAft>
                <a:spcPts val="0"/>
              </a:spcAft>
              <a:buNone/>
            </a:pPr>
            <a:endParaRPr sz="1300" dirty="0">
              <a:latin typeface="Poppins"/>
              <a:ea typeface="Poppins"/>
              <a:cs typeface="Poppins"/>
              <a:sym typeface="Poppins"/>
            </a:endParaRPr>
          </a:p>
        </p:txBody>
      </p:sp>
      <p:sp>
        <p:nvSpPr>
          <p:cNvPr id="73" name="Google Shape;73;p15"/>
          <p:cNvSpPr txBox="1"/>
          <p:nvPr/>
        </p:nvSpPr>
        <p:spPr>
          <a:xfrm>
            <a:off x="311700" y="1192175"/>
            <a:ext cx="85206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How different is it from any of the other existing ideas?</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How will it be able to solve the problem?</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USP of the proposed solution</a:t>
            </a:r>
            <a:endParaRPr/>
          </a:p>
        </p:txBody>
      </p:sp>
      <p:pic>
        <p:nvPicPr>
          <p:cNvPr id="74" name="Google Shape;74;p15"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75" name="Google Shape;75;p15"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List of features offered by the solution</a:t>
            </a:r>
            <a:endParaRPr sz="1620" b="1" dirty="0">
              <a:latin typeface="Poppins"/>
              <a:ea typeface="Poppins"/>
              <a:cs typeface="Poppins"/>
              <a:sym typeface="Poppins"/>
            </a:endParaRPr>
          </a:p>
        </p:txBody>
      </p:sp>
      <p:sp>
        <p:nvSpPr>
          <p:cNvPr id="81" name="Google Shape;81;p16"/>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285750" lvl="0" indent="-285750" algn="l">
              <a:buFont typeface="Arial" panose="020B0604020202020204" pitchFamily="34" charset="0"/>
              <a:buChar char="•"/>
            </a:pPr>
            <a:r>
              <a:rPr lang="en-IN" sz="1400" dirty="0"/>
              <a:t>Multi-Component Health Monitoring ( Engine, Battery, Brakes, Tyres )</a:t>
            </a:r>
          </a:p>
          <a:p>
            <a:pPr marL="285750" lvl="0" indent="-285750" algn="l">
              <a:buFont typeface="Arial" panose="020B0604020202020204" pitchFamily="34" charset="0"/>
              <a:buChar char="•"/>
            </a:pPr>
            <a:r>
              <a:rPr lang="en-IN" sz="1400" dirty="0"/>
              <a:t>Real-Time Parameter Analysis </a:t>
            </a:r>
            <a:r>
              <a:rPr lang="en-US" sz="1400" dirty="0"/>
              <a:t>(Temperature, Vibration, Battery health, Brake wear, </a:t>
            </a:r>
            <a:r>
              <a:rPr lang="en-US" sz="1400" dirty="0" err="1"/>
              <a:t>Tyre</a:t>
            </a:r>
            <a:r>
              <a:rPr lang="en-US" sz="1400" dirty="0"/>
              <a:t> pressure)</a:t>
            </a:r>
            <a:endParaRPr lang="en-IN" sz="1400" dirty="0"/>
          </a:p>
          <a:p>
            <a:pPr marL="285750" lvl="0" indent="-285750" algn="l">
              <a:buFont typeface="Arial" panose="020B0604020202020204" pitchFamily="34" charset="0"/>
              <a:buChar char="•"/>
            </a:pPr>
            <a:r>
              <a:rPr lang="en-IN" sz="1400" dirty="0"/>
              <a:t>Automated Health Status Detection </a:t>
            </a:r>
            <a:r>
              <a:rPr lang="en-US" sz="1400" dirty="0"/>
              <a:t>(SAFE, LOW</a:t>
            </a:r>
            <a:r>
              <a:rPr lang="en-US" sz="1400"/>
              <a:t>, HIGH )</a:t>
            </a:r>
            <a:endParaRPr lang="en-IN" sz="1400" dirty="0"/>
          </a:p>
          <a:p>
            <a:pPr marL="285750" lvl="0" indent="-285750" algn="l">
              <a:buFont typeface="Arial" panose="020B0604020202020204" pitchFamily="34" charset="0"/>
              <a:buChar char="•"/>
            </a:pPr>
            <a:r>
              <a:rPr lang="en-IN" sz="1400" dirty="0"/>
              <a:t>Predictive Maintenance Insights</a:t>
            </a:r>
          </a:p>
          <a:p>
            <a:pPr marL="0" lvl="0" indent="0" algn="l"/>
            <a:endParaRPr lang="en-IN" sz="1400" dirty="0"/>
          </a:p>
          <a:p>
            <a:pPr marL="0" lvl="0" indent="0" algn="l"/>
            <a:endParaRPr lang="en-IN" sz="1400" dirty="0"/>
          </a:p>
          <a:p>
            <a:pPr marL="0" lvl="0" indent="0" algn="l"/>
            <a:r>
              <a:rPr lang="en-US" sz="1400" dirty="0"/>
              <a:t>An interactive predictive maintenance dashboard that monitors multiple vehicle components, analyzes health parameters, and provides early warnings with maintenance recommendations.</a:t>
            </a:r>
            <a:endParaRPr lang="en-IN" sz="1400" dirty="0"/>
          </a:p>
          <a:p>
            <a:pPr marL="0" lvl="0" indent="0" algn="l"/>
            <a:endParaRPr sz="1300" dirty="0">
              <a:latin typeface="Poppins"/>
              <a:ea typeface="Poppins"/>
              <a:cs typeface="Poppins"/>
              <a:sym typeface="Poppins"/>
            </a:endParaRPr>
          </a:p>
        </p:txBody>
      </p:sp>
      <p:pic>
        <p:nvPicPr>
          <p:cNvPr id="82" name="Google Shape;82;p16"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83" name="Google Shape;83;p16"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Process flow diagram or Use-case diagram</a:t>
            </a:r>
            <a:endParaRPr sz="1620" b="1" dirty="0">
              <a:latin typeface="Poppins"/>
              <a:ea typeface="Poppins"/>
              <a:cs typeface="Poppins"/>
              <a:sym typeface="Poppins"/>
            </a:endParaRPr>
          </a:p>
        </p:txBody>
      </p:sp>
      <p:sp>
        <p:nvSpPr>
          <p:cNvPr id="89" name="Google Shape;89;p17"/>
          <p:cNvSpPr txBox="1">
            <a:spLocks noGrp="1"/>
          </p:cNvSpPr>
          <p:nvPr>
            <p:ph type="subTitle" idx="1"/>
          </p:nvPr>
        </p:nvSpPr>
        <p:spPr>
          <a:xfrm>
            <a:off x="2943921" y="1377938"/>
            <a:ext cx="4170557" cy="3871083"/>
          </a:xfrm>
          <a:prstGeom prst="rect">
            <a:avLst/>
          </a:prstGeom>
        </p:spPr>
        <p:txBody>
          <a:bodyPr spcFirstLastPara="1" wrap="square" lIns="91425" tIns="91425" rIns="91425" bIns="91425" anchor="t" anchorCtr="0">
            <a:normAutofit fontScale="85000" lnSpcReduction="20000"/>
          </a:bodyPr>
          <a:lstStyle/>
          <a:p>
            <a:pPr algn="l"/>
            <a:r>
              <a:rPr lang="en-IN" sz="1400" dirty="0"/>
              <a:t>🟦 </a:t>
            </a:r>
            <a:r>
              <a:rPr lang="en-IN" sz="1400" b="1" dirty="0"/>
              <a:t>Step 1</a:t>
            </a:r>
            <a:r>
              <a:rPr lang="en-IN" sz="1400" dirty="0"/>
              <a:t> — User Interaction</a:t>
            </a:r>
          </a:p>
          <a:p>
            <a:pPr algn="l"/>
            <a:r>
              <a:rPr lang="en-IN" sz="1400" dirty="0"/>
              <a:t>Open Dashboard 🖥️</a:t>
            </a:r>
          </a:p>
          <a:p>
            <a:pPr algn="l"/>
            <a:r>
              <a:rPr lang="en-IN" sz="1400" b="1" dirty="0"/>
              <a:t>                       ↓</a:t>
            </a:r>
          </a:p>
          <a:p>
            <a:pPr algn="l"/>
            <a:r>
              <a:rPr lang="en-IN" sz="1400" b="1" dirty="0"/>
              <a:t>🟦 Step 2 </a:t>
            </a:r>
            <a:r>
              <a:rPr lang="en-IN" sz="1400" dirty="0"/>
              <a:t>— Component Selection</a:t>
            </a:r>
          </a:p>
          <a:p>
            <a:pPr algn="l"/>
            <a:r>
              <a:rPr lang="en-IN" sz="1400" dirty="0"/>
              <a:t>Select Vehicle Area</a:t>
            </a:r>
          </a:p>
          <a:p>
            <a:pPr algn="l"/>
            <a:r>
              <a:rPr lang="en-IN" sz="1400" dirty="0"/>
              <a:t>                      </a:t>
            </a:r>
            <a:r>
              <a:rPr lang="en-IN" sz="1400" b="1" dirty="0"/>
              <a:t> ↓  </a:t>
            </a:r>
          </a:p>
          <a:p>
            <a:pPr algn="l"/>
            <a:r>
              <a:rPr lang="en-IN" sz="1400" b="1" dirty="0"/>
              <a:t>🟦 Step 3 </a:t>
            </a:r>
            <a:r>
              <a:rPr lang="en-IN" sz="1400" dirty="0"/>
              <a:t>— Generate Report 📄</a:t>
            </a:r>
          </a:p>
          <a:p>
            <a:pPr algn="l"/>
            <a:r>
              <a:rPr lang="en-IN" sz="1400" dirty="0"/>
              <a:t>Click “Add Area Report”</a:t>
            </a:r>
          </a:p>
          <a:p>
            <a:pPr algn="l"/>
            <a:r>
              <a:rPr lang="en-IN" sz="1400" dirty="0"/>
              <a:t>                       </a:t>
            </a:r>
            <a:r>
              <a:rPr lang="en-IN" sz="1400" b="1" dirty="0"/>
              <a:t>↓</a:t>
            </a:r>
          </a:p>
          <a:p>
            <a:pPr algn="l"/>
            <a:r>
              <a:rPr lang="en-IN" sz="1400" b="1" dirty="0"/>
              <a:t>🟦 Step 4 </a:t>
            </a:r>
            <a:r>
              <a:rPr lang="en-IN" sz="1400" dirty="0"/>
              <a:t>— Data Processing</a:t>
            </a:r>
          </a:p>
          <a:p>
            <a:pPr algn="l"/>
            <a:r>
              <a:rPr lang="en-IN" sz="1400" dirty="0"/>
              <a:t>Sensor Data Simulation &amp; Threshold Check 📊</a:t>
            </a:r>
          </a:p>
          <a:p>
            <a:pPr algn="l"/>
            <a:r>
              <a:rPr lang="en-IN" sz="1400" dirty="0"/>
              <a:t>                      </a:t>
            </a:r>
            <a:r>
              <a:rPr lang="en-IN" sz="1400" b="1" dirty="0"/>
              <a:t> ↓</a:t>
            </a:r>
          </a:p>
          <a:p>
            <a:pPr algn="l"/>
            <a:r>
              <a:rPr lang="en-IN" sz="1400" b="1" dirty="0"/>
              <a:t>🟦 Step 5 </a:t>
            </a:r>
            <a:r>
              <a:rPr lang="en-IN" sz="1400" dirty="0"/>
              <a:t>— AI Analysis 🧠</a:t>
            </a:r>
          </a:p>
          <a:p>
            <a:pPr algn="l"/>
            <a:r>
              <a:rPr lang="en-IN" sz="1400" dirty="0"/>
              <a:t>Maintenance Prediction + Health Status</a:t>
            </a:r>
          </a:p>
          <a:p>
            <a:pPr algn="l"/>
            <a:r>
              <a:rPr lang="en-IN" sz="1400" dirty="0"/>
              <a:t>                      </a:t>
            </a:r>
            <a:r>
              <a:rPr lang="en-IN" sz="1400" b="1" dirty="0"/>
              <a:t> ↓</a:t>
            </a:r>
          </a:p>
          <a:p>
            <a:pPr algn="l"/>
            <a:r>
              <a:rPr lang="en-IN" sz="1400" b="1" dirty="0"/>
              <a:t>🟦 Step 6</a:t>
            </a:r>
            <a:r>
              <a:rPr lang="en-IN" sz="1400" dirty="0"/>
              <a:t> — Report Display 📄</a:t>
            </a:r>
          </a:p>
          <a:p>
            <a:pPr algn="l"/>
            <a:r>
              <a:rPr lang="en-IN" sz="1400" dirty="0"/>
              <a:t>Component Report Shown </a:t>
            </a:r>
          </a:p>
          <a:p>
            <a:pPr algn="l"/>
            <a:r>
              <a:rPr lang="en-IN" sz="1400" dirty="0"/>
              <a:t>                      </a:t>
            </a:r>
            <a:r>
              <a:rPr lang="en-IN" sz="1400" b="1" dirty="0"/>
              <a:t> ↓</a:t>
            </a:r>
          </a:p>
          <a:p>
            <a:pPr algn="l"/>
            <a:r>
              <a:rPr lang="en-IN" sz="1400" b="1" dirty="0"/>
              <a:t>🟦 Step 7 </a:t>
            </a:r>
            <a:r>
              <a:rPr lang="en-IN" sz="1400" dirty="0"/>
              <a:t>— Full Scan</a:t>
            </a:r>
          </a:p>
          <a:p>
            <a:pPr algn="l"/>
            <a:r>
              <a:rPr lang="en-IN" sz="1400" dirty="0"/>
              <a:t>Run Complete Vehicle Scan</a:t>
            </a:r>
          </a:p>
          <a:p>
            <a:pPr algn="l"/>
            <a:r>
              <a:rPr lang="en-IN" sz="1400" dirty="0"/>
              <a:t>                      </a:t>
            </a:r>
            <a:r>
              <a:rPr lang="en-IN" sz="1400" b="1" dirty="0"/>
              <a:t> ↓</a:t>
            </a:r>
          </a:p>
          <a:p>
            <a:pPr algn="l"/>
            <a:r>
              <a:rPr lang="en-IN" sz="1400" b="1" dirty="0"/>
              <a:t>🟦 Step 8 </a:t>
            </a:r>
            <a:r>
              <a:rPr lang="en-IN" sz="1400" dirty="0"/>
              <a:t>— Final Output</a:t>
            </a:r>
          </a:p>
          <a:p>
            <a:pPr algn="l"/>
            <a:r>
              <a:rPr lang="en-IN" sz="1400" dirty="0"/>
              <a:t>Overall Health Score ⭐ + Diagnostic Summary + Export</a:t>
            </a:r>
          </a:p>
          <a:p>
            <a:pPr marL="0" lvl="0" indent="0" algn="l" rtl="0">
              <a:spcBef>
                <a:spcPts val="0"/>
              </a:spcBef>
              <a:spcAft>
                <a:spcPts val="0"/>
              </a:spcAft>
              <a:buNone/>
            </a:pPr>
            <a:endParaRPr sz="1300" dirty="0">
              <a:latin typeface="Poppins"/>
              <a:ea typeface="Poppins"/>
              <a:cs typeface="Poppins"/>
              <a:sym typeface="Poppins"/>
            </a:endParaRPr>
          </a:p>
        </p:txBody>
      </p:sp>
      <p:pic>
        <p:nvPicPr>
          <p:cNvPr id="90" name="Google Shape;90;p17"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91" name="Google Shape;91;p17"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1" name="Picture 10">
            <a:extLst>
              <a:ext uri="{FF2B5EF4-FFF2-40B4-BE49-F238E27FC236}">
                <a16:creationId xmlns:a16="http://schemas.microsoft.com/office/drawing/2014/main" id="{0311E78E-BE14-6EF4-05A2-2BA3F8090157}"/>
              </a:ext>
            </a:extLst>
          </p:cNvPr>
          <p:cNvPicPr>
            <a:picLocks noChangeAspect="1"/>
          </p:cNvPicPr>
          <p:nvPr/>
        </p:nvPicPr>
        <p:blipFill>
          <a:blip r:embed="rId3"/>
          <a:stretch>
            <a:fillRect/>
          </a:stretch>
        </p:blipFill>
        <p:spPr>
          <a:xfrm>
            <a:off x="3702046" y="4158169"/>
            <a:ext cx="1712791" cy="328152"/>
          </a:xfrm>
          <a:prstGeom prst="rect">
            <a:avLst/>
          </a:prstGeom>
        </p:spPr>
      </p:pic>
      <p:pic>
        <p:nvPicPr>
          <p:cNvPr id="13" name="Picture 12">
            <a:extLst>
              <a:ext uri="{FF2B5EF4-FFF2-40B4-BE49-F238E27FC236}">
                <a16:creationId xmlns:a16="http://schemas.microsoft.com/office/drawing/2014/main" id="{7B688072-F9BC-5AA7-A627-DA1AC02BDA07}"/>
              </a:ext>
            </a:extLst>
          </p:cNvPr>
          <p:cNvPicPr>
            <a:picLocks noChangeAspect="1"/>
          </p:cNvPicPr>
          <p:nvPr/>
        </p:nvPicPr>
        <p:blipFill>
          <a:blip r:embed="rId3"/>
          <a:stretch>
            <a:fillRect/>
          </a:stretch>
        </p:blipFill>
        <p:spPr>
          <a:xfrm>
            <a:off x="3702041" y="3616340"/>
            <a:ext cx="1712796" cy="328153"/>
          </a:xfrm>
          <a:prstGeom prst="rect">
            <a:avLst/>
          </a:prstGeom>
        </p:spPr>
      </p:pic>
      <p:pic>
        <p:nvPicPr>
          <p:cNvPr id="15" name="Picture 14">
            <a:extLst>
              <a:ext uri="{FF2B5EF4-FFF2-40B4-BE49-F238E27FC236}">
                <a16:creationId xmlns:a16="http://schemas.microsoft.com/office/drawing/2014/main" id="{3A836AAE-A747-F332-E81D-21D9715C0566}"/>
              </a:ext>
            </a:extLst>
          </p:cNvPr>
          <p:cNvPicPr>
            <a:picLocks noChangeAspect="1"/>
          </p:cNvPicPr>
          <p:nvPr/>
        </p:nvPicPr>
        <p:blipFill>
          <a:blip r:embed="rId3"/>
          <a:stretch>
            <a:fillRect/>
          </a:stretch>
        </p:blipFill>
        <p:spPr>
          <a:xfrm>
            <a:off x="3568027" y="1179597"/>
            <a:ext cx="2007944" cy="384700"/>
          </a:xfrm>
          <a:prstGeom prst="rect">
            <a:avLst/>
          </a:prstGeom>
        </p:spPr>
      </p:pic>
      <p:pic>
        <p:nvPicPr>
          <p:cNvPr id="10" name="Picture 9">
            <a:extLst>
              <a:ext uri="{FF2B5EF4-FFF2-40B4-BE49-F238E27FC236}">
                <a16:creationId xmlns:a16="http://schemas.microsoft.com/office/drawing/2014/main" id="{1D2CE7E1-42F6-D2E4-C11B-C261836870A3}"/>
              </a:ext>
            </a:extLst>
          </p:cNvPr>
          <p:cNvPicPr>
            <a:picLocks noChangeAspect="1"/>
          </p:cNvPicPr>
          <p:nvPr/>
        </p:nvPicPr>
        <p:blipFill>
          <a:blip r:embed="rId3"/>
          <a:stretch>
            <a:fillRect/>
          </a:stretch>
        </p:blipFill>
        <p:spPr>
          <a:xfrm>
            <a:off x="3729162" y="1739092"/>
            <a:ext cx="1685675" cy="476295"/>
          </a:xfrm>
          <a:prstGeom prst="rect">
            <a:avLst/>
          </a:prstGeom>
        </p:spPr>
      </p:pic>
      <p:pic>
        <p:nvPicPr>
          <p:cNvPr id="14" name="Picture 13">
            <a:extLst>
              <a:ext uri="{FF2B5EF4-FFF2-40B4-BE49-F238E27FC236}">
                <a16:creationId xmlns:a16="http://schemas.microsoft.com/office/drawing/2014/main" id="{62EAD873-BA52-D011-57EB-8AB15FC4E710}"/>
              </a:ext>
            </a:extLst>
          </p:cNvPr>
          <p:cNvPicPr>
            <a:picLocks noChangeAspect="1"/>
          </p:cNvPicPr>
          <p:nvPr/>
        </p:nvPicPr>
        <p:blipFill>
          <a:blip r:embed="rId3"/>
          <a:stretch>
            <a:fillRect/>
          </a:stretch>
        </p:blipFill>
        <p:spPr>
          <a:xfrm>
            <a:off x="3424731" y="2446171"/>
            <a:ext cx="2294536" cy="439608"/>
          </a:xfrm>
          <a:prstGeom prst="rect">
            <a:avLst/>
          </a:prstGeom>
        </p:spPr>
      </p:pic>
      <p:pic>
        <p:nvPicPr>
          <p:cNvPr id="12" name="Picture 11">
            <a:extLst>
              <a:ext uri="{FF2B5EF4-FFF2-40B4-BE49-F238E27FC236}">
                <a16:creationId xmlns:a16="http://schemas.microsoft.com/office/drawing/2014/main" id="{D5200346-E391-4A70-FAD0-DA09E574F92F}"/>
              </a:ext>
            </a:extLst>
          </p:cNvPr>
          <p:cNvPicPr>
            <a:picLocks noChangeAspect="1"/>
          </p:cNvPicPr>
          <p:nvPr/>
        </p:nvPicPr>
        <p:blipFill>
          <a:blip r:embed="rId3"/>
          <a:stretch>
            <a:fillRect/>
          </a:stretch>
        </p:blipFill>
        <p:spPr>
          <a:xfrm>
            <a:off x="3411173" y="3110031"/>
            <a:ext cx="2294531" cy="381777"/>
          </a:xfrm>
          <a:prstGeom prst="rect">
            <a:avLst/>
          </a:prstGeom>
        </p:spPr>
      </p:pic>
      <p:sp>
        <p:nvSpPr>
          <p:cNvPr id="104" name="Google Shape;104;p19"/>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Architecture diagram of the proposed solution</a:t>
            </a:r>
            <a:endParaRPr sz="1620" b="1">
              <a:latin typeface="Poppins"/>
              <a:ea typeface="Poppins"/>
              <a:cs typeface="Poppins"/>
              <a:sym typeface="Poppins"/>
            </a:endParaRPr>
          </a:p>
        </p:txBody>
      </p:sp>
      <p:sp>
        <p:nvSpPr>
          <p:cNvPr id="105" name="Google Shape;105;p19"/>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fontScale="77500" lnSpcReduction="20000"/>
          </a:bodyPr>
          <a:lstStyle/>
          <a:p>
            <a:pPr marL="0" lvl="0" indent="0"/>
            <a:r>
              <a:rPr lang="en-IN" sz="1400" b="1" dirty="0"/>
              <a:t>User / Mechanic </a:t>
            </a:r>
            <a:br>
              <a:rPr lang="en-IN" sz="1400" b="1" dirty="0"/>
            </a:br>
            <a:br>
              <a:rPr lang="en-IN" sz="1400" b="1" dirty="0"/>
            </a:br>
            <a:r>
              <a:rPr lang="en-IN" sz="1400" dirty="0"/>
              <a:t>↓</a:t>
            </a:r>
            <a:br>
              <a:rPr lang="en-IN" sz="1400" dirty="0"/>
            </a:br>
            <a:br>
              <a:rPr lang="en-IN" sz="1400" dirty="0"/>
            </a:br>
            <a:r>
              <a:rPr lang="en-IN" sz="1400" b="1" dirty="0"/>
              <a:t>Presentation Layer </a:t>
            </a:r>
            <a:br>
              <a:rPr lang="en-IN" sz="1400" dirty="0"/>
            </a:br>
            <a:r>
              <a:rPr lang="en-IN" sz="1400" dirty="0"/>
              <a:t>(Web Dashboard / UI)</a:t>
            </a:r>
            <a:br>
              <a:rPr lang="en-IN" sz="1400" dirty="0"/>
            </a:br>
            <a:br>
              <a:rPr lang="en-IN" sz="1400" dirty="0"/>
            </a:br>
            <a:r>
              <a:rPr lang="en-IN" sz="1400" dirty="0"/>
              <a:t>↓</a:t>
            </a:r>
            <a:br>
              <a:rPr lang="en-IN" sz="1400" dirty="0"/>
            </a:br>
            <a:br>
              <a:rPr lang="en-IN" sz="1400" b="1" dirty="0"/>
            </a:br>
            <a:r>
              <a:rPr lang="en-IN" sz="1400" b="1" dirty="0"/>
              <a:t>Application Layer </a:t>
            </a:r>
            <a:br>
              <a:rPr lang="en-IN" sz="1400" dirty="0"/>
            </a:br>
            <a:r>
              <a:rPr lang="en-IN" sz="1400" dirty="0"/>
              <a:t>(Frontend + Backend Logic)</a:t>
            </a:r>
            <a:br>
              <a:rPr lang="en-IN" sz="1400" dirty="0"/>
            </a:br>
            <a:br>
              <a:rPr lang="en-IN" sz="1400" dirty="0"/>
            </a:br>
            <a:r>
              <a:rPr lang="en-IN" sz="1400" dirty="0"/>
              <a:t>↓</a:t>
            </a:r>
            <a:br>
              <a:rPr lang="en-IN" sz="1400" dirty="0"/>
            </a:br>
            <a:br>
              <a:rPr lang="en-IN" sz="1400" dirty="0"/>
            </a:br>
            <a:r>
              <a:rPr lang="en-IN" sz="1400" b="1" dirty="0"/>
              <a:t>Analytics / AI Module </a:t>
            </a:r>
            <a:br>
              <a:rPr lang="en-IN" sz="1400" dirty="0"/>
            </a:br>
            <a:br>
              <a:rPr lang="en-IN" sz="1400" dirty="0"/>
            </a:br>
            <a:r>
              <a:rPr lang="en-IN" sz="1400" dirty="0"/>
              <a:t>↓</a:t>
            </a:r>
            <a:br>
              <a:rPr lang="en-IN" sz="1400" dirty="0"/>
            </a:br>
            <a:br>
              <a:rPr lang="en-IN" sz="1400" dirty="0"/>
            </a:br>
            <a:r>
              <a:rPr lang="en-IN" sz="1400" b="1" dirty="0"/>
              <a:t>Database </a:t>
            </a:r>
            <a:br>
              <a:rPr lang="en-IN" sz="1400" dirty="0"/>
            </a:br>
            <a:br>
              <a:rPr lang="en-IN" sz="1400" dirty="0"/>
            </a:br>
            <a:r>
              <a:rPr lang="en-IN" sz="1400" dirty="0"/>
              <a:t>↓</a:t>
            </a:r>
            <a:br>
              <a:rPr lang="en-IN" sz="1400" dirty="0"/>
            </a:br>
            <a:br>
              <a:rPr lang="en-IN" sz="1400" dirty="0"/>
            </a:br>
            <a:r>
              <a:rPr lang="en-IN" sz="1400" b="1" dirty="0"/>
              <a:t> Notification Service </a:t>
            </a:r>
            <a:endParaRPr sz="1300" b="1" dirty="0">
              <a:latin typeface="Poppins"/>
              <a:ea typeface="Poppins"/>
              <a:cs typeface="Poppins"/>
              <a:sym typeface="Poppins"/>
            </a:endParaRPr>
          </a:p>
        </p:txBody>
      </p:sp>
      <p:pic>
        <p:nvPicPr>
          <p:cNvPr id="106" name="Google Shape;106;p19" title="AMD.PS.S22.png"/>
          <p:cNvPicPr preferRelativeResize="0"/>
          <p:nvPr/>
        </p:nvPicPr>
        <p:blipFill rotWithShape="1">
          <a:blip r:embed="rId4">
            <a:alphaModFix/>
          </a:blip>
          <a:srcRect b="89082"/>
          <a:stretch/>
        </p:blipFill>
        <p:spPr>
          <a:xfrm>
            <a:off x="0" y="0"/>
            <a:ext cx="9144000" cy="561524"/>
          </a:xfrm>
          <a:prstGeom prst="rect">
            <a:avLst/>
          </a:prstGeom>
          <a:noFill/>
          <a:ln>
            <a:noFill/>
          </a:ln>
        </p:spPr>
      </p:pic>
      <p:pic>
        <p:nvPicPr>
          <p:cNvPr id="107" name="Google Shape;107;p19" title="AMD.PS.S11.png"/>
          <p:cNvPicPr preferRelativeResize="0"/>
          <p:nvPr/>
        </p:nvPicPr>
        <p:blipFill rotWithShape="1">
          <a:blip r:embed="rId5">
            <a:alphaModFix/>
          </a:blip>
          <a:srcRect t="98295"/>
          <a:stretch/>
        </p:blipFill>
        <p:spPr>
          <a:xfrm>
            <a:off x="0" y="5055825"/>
            <a:ext cx="9144000" cy="876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Technologies to be used in the solution</a:t>
            </a:r>
            <a:endParaRPr sz="1620" b="1" dirty="0">
              <a:latin typeface="Poppins"/>
              <a:ea typeface="Poppins"/>
              <a:cs typeface="Poppins"/>
              <a:sym typeface="Poppins"/>
            </a:endParaRPr>
          </a:p>
        </p:txBody>
      </p:sp>
      <p:sp>
        <p:nvSpPr>
          <p:cNvPr id="113" name="Google Shape;113;p20"/>
          <p:cNvSpPr txBox="1">
            <a:spLocks noGrp="1"/>
          </p:cNvSpPr>
          <p:nvPr>
            <p:ph type="subTitle" idx="1"/>
          </p:nvPr>
        </p:nvSpPr>
        <p:spPr>
          <a:xfrm>
            <a:off x="311700" y="1192175"/>
            <a:ext cx="8520600" cy="3758966"/>
          </a:xfrm>
          <a:prstGeom prst="rect">
            <a:avLst/>
          </a:prstGeom>
        </p:spPr>
        <p:txBody>
          <a:bodyPr spcFirstLastPara="1" wrap="square" lIns="91425" tIns="91425" rIns="91425" bIns="91425" anchor="t" anchorCtr="0">
            <a:normAutofit lnSpcReduction="10000"/>
          </a:bodyPr>
          <a:lstStyle/>
          <a:p>
            <a:pPr marL="114300" indent="0"/>
            <a:r>
              <a:rPr lang="en-IN" sz="1500" b="1" dirty="0"/>
              <a:t>Frontend / Interface</a:t>
            </a:r>
          </a:p>
          <a:p>
            <a:pPr marL="114300" indent="0"/>
            <a:r>
              <a:rPr lang="en-IN" sz="1400" dirty="0"/>
              <a:t>HTML5</a:t>
            </a:r>
          </a:p>
          <a:p>
            <a:pPr marL="114300" indent="0"/>
            <a:r>
              <a:rPr lang="en-IN" sz="1400" dirty="0"/>
              <a:t>CSS3</a:t>
            </a:r>
          </a:p>
          <a:p>
            <a:pPr marL="114300" indent="0"/>
            <a:r>
              <a:rPr lang="en-IN" sz="1400" dirty="0"/>
              <a:t>JavaScript</a:t>
            </a:r>
          </a:p>
          <a:p>
            <a:pPr marL="114300" indent="0"/>
            <a:endParaRPr lang="en-IN" sz="1400" dirty="0"/>
          </a:p>
          <a:p>
            <a:pPr marL="114300" indent="0"/>
            <a:r>
              <a:rPr lang="en-IN" sz="1500" b="1" dirty="0"/>
              <a:t>Simulation &amp; Logic</a:t>
            </a:r>
            <a:endParaRPr lang="en-IN" sz="1500" dirty="0"/>
          </a:p>
          <a:p>
            <a:pPr marL="114300" indent="0"/>
            <a:r>
              <a:rPr lang="en-IN" sz="1400" dirty="0"/>
              <a:t>JavaScript (for sensor simulation and AI prediction logic)</a:t>
            </a:r>
          </a:p>
          <a:p>
            <a:pPr marL="114300" indent="0"/>
            <a:endParaRPr lang="en-IN" sz="1500" dirty="0"/>
          </a:p>
          <a:p>
            <a:pPr marL="114300" indent="0"/>
            <a:r>
              <a:rPr lang="en-IN" sz="1500" b="1" dirty="0"/>
              <a:t>AI / Prediction (Concept Level)</a:t>
            </a:r>
            <a:endParaRPr lang="en-IN" sz="1500" dirty="0"/>
          </a:p>
          <a:p>
            <a:pPr marL="114300" indent="0"/>
            <a:r>
              <a:rPr lang="en-IN" sz="1400" dirty="0"/>
              <a:t>Machine Learning models (Predictive Maintenance algorithms)</a:t>
            </a:r>
          </a:p>
          <a:p>
            <a:pPr marL="114300" indent="0"/>
            <a:endParaRPr lang="en-IN" sz="1400" dirty="0"/>
          </a:p>
          <a:p>
            <a:pPr marL="114300" indent="0"/>
            <a:r>
              <a:rPr lang="en-IN" sz="1500" b="1" dirty="0"/>
              <a:t>Hardware (Future Scope)</a:t>
            </a:r>
            <a:endParaRPr lang="en-IN" sz="1500" dirty="0"/>
          </a:p>
          <a:p>
            <a:pPr marL="114300" indent="0"/>
            <a:r>
              <a:rPr lang="en-IN" sz="1400" dirty="0"/>
              <a:t>IoT Sensors (Temperature, Vibration, Pressure)</a:t>
            </a:r>
          </a:p>
          <a:p>
            <a:pPr marL="114300" indent="0"/>
            <a:r>
              <a:rPr lang="en-IN" sz="1400" dirty="0"/>
              <a:t>Microcontroller (e.g., Arduino / Raspberry Pi)</a:t>
            </a:r>
          </a:p>
          <a:p>
            <a:pPr marL="114300" indent="0"/>
            <a:endParaRPr lang="en-IN" sz="1400" dirty="0"/>
          </a:p>
          <a:p>
            <a:pPr marL="114300" indent="0"/>
            <a:r>
              <a:rPr lang="en-IN" sz="1500" b="1" dirty="0"/>
              <a:t>Data Handling</a:t>
            </a:r>
            <a:endParaRPr lang="en-IN" sz="1500" dirty="0"/>
          </a:p>
          <a:p>
            <a:pPr marL="114300" indent="0"/>
            <a:r>
              <a:rPr lang="en-IN" sz="1400" dirty="0"/>
              <a:t>Local Storage / Cloud Database (future integration)</a:t>
            </a:r>
          </a:p>
          <a:p>
            <a:pPr marL="0" lvl="0" indent="0" algn="l" rtl="0">
              <a:spcBef>
                <a:spcPts val="0"/>
              </a:spcBef>
              <a:spcAft>
                <a:spcPts val="0"/>
              </a:spcAft>
              <a:buNone/>
            </a:pPr>
            <a:endParaRPr sz="1300" dirty="0">
              <a:latin typeface="Poppins"/>
              <a:ea typeface="Poppins"/>
              <a:cs typeface="Poppins"/>
              <a:sym typeface="Poppins"/>
            </a:endParaRPr>
          </a:p>
        </p:txBody>
      </p:sp>
      <p:pic>
        <p:nvPicPr>
          <p:cNvPr id="114" name="Google Shape;114;p20"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15" name="Google Shape;115;p20"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Usage of AMD Products/Solutions</a:t>
            </a:r>
            <a:endParaRPr sz="1620" b="1">
              <a:latin typeface="Poppins"/>
              <a:ea typeface="Poppins"/>
              <a:cs typeface="Poppins"/>
              <a:sym typeface="Poppins"/>
            </a:endParaRPr>
          </a:p>
        </p:txBody>
      </p:sp>
      <p:sp>
        <p:nvSpPr>
          <p:cNvPr id="121" name="Google Shape;121;p21"/>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r>
              <a:rPr lang="en-US" sz="1600" b="1" dirty="0"/>
              <a:t>Processing &amp; AI Computation</a:t>
            </a:r>
            <a:endParaRPr lang="en-US" sz="1600" dirty="0"/>
          </a:p>
          <a:p>
            <a:r>
              <a:rPr lang="en-US" sz="1400" dirty="0"/>
              <a:t>AMD </a:t>
            </a:r>
            <a:r>
              <a:rPr lang="en-US" sz="1400" b="1" dirty="0"/>
              <a:t>Ryzen processors</a:t>
            </a:r>
            <a:r>
              <a:rPr lang="en-US" sz="1400" dirty="0"/>
              <a:t> can run the dashboard, data processing, and predictive maintenance algorithms efficiently due to high multi-core performance.</a:t>
            </a:r>
          </a:p>
          <a:p>
            <a:endParaRPr lang="en-US" sz="1400" dirty="0"/>
          </a:p>
          <a:p>
            <a:r>
              <a:rPr lang="en-US" sz="1600" b="1" dirty="0"/>
              <a:t>AI Model Acceleration (Future Scope)</a:t>
            </a:r>
            <a:endParaRPr lang="en-US" sz="1600" dirty="0"/>
          </a:p>
          <a:p>
            <a:r>
              <a:rPr lang="en-US" sz="1400" dirty="0"/>
              <a:t>AMD GPUs (Radeon / Instinct) can accelerate machine learning models used for failure prediction and analytics.</a:t>
            </a:r>
          </a:p>
          <a:p>
            <a:endParaRPr lang="en-US" sz="1400" dirty="0"/>
          </a:p>
          <a:p>
            <a:r>
              <a:rPr lang="en-US" sz="1600" b="1" dirty="0"/>
              <a:t>Edge Computing in Vehicles</a:t>
            </a:r>
            <a:endParaRPr lang="en-US" sz="1600" dirty="0"/>
          </a:p>
          <a:p>
            <a:r>
              <a:rPr lang="en-US" sz="1400" dirty="0"/>
              <a:t>AMD embedded processors can be integrated into vehicle monitoring units to process sensor data in real time without relying fully on cloud.</a:t>
            </a:r>
          </a:p>
          <a:p>
            <a:endParaRPr lang="en-US" sz="1400" dirty="0"/>
          </a:p>
          <a:p>
            <a:r>
              <a:rPr lang="en-US" sz="1600" b="1" dirty="0"/>
              <a:t>High Performance &amp; Power Efficiency</a:t>
            </a:r>
            <a:endParaRPr lang="en-US" sz="1600" dirty="0"/>
          </a:p>
          <a:p>
            <a:r>
              <a:rPr lang="en-US" sz="1400" dirty="0"/>
              <a:t>AMD architecture enables fast analysis of sensor streams while maintaining energy efficiency, making it suitable for automotive edge systems.</a:t>
            </a:r>
          </a:p>
          <a:p>
            <a:pPr marL="0" lvl="0" indent="0" algn="l" rtl="0">
              <a:spcBef>
                <a:spcPts val="0"/>
              </a:spcBef>
              <a:spcAft>
                <a:spcPts val="0"/>
              </a:spcAft>
              <a:buNone/>
            </a:pPr>
            <a:endParaRPr sz="1300" dirty="0">
              <a:latin typeface="Poppins"/>
              <a:ea typeface="Poppins"/>
              <a:cs typeface="Poppins"/>
              <a:sym typeface="Poppins"/>
            </a:endParaRPr>
          </a:p>
        </p:txBody>
      </p:sp>
      <p:pic>
        <p:nvPicPr>
          <p:cNvPr id="122" name="Google Shape;122;p21"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23" name="Google Shape;123;p21"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subTitle" idx="1"/>
          </p:nvPr>
        </p:nvSpPr>
        <p:spPr>
          <a:xfrm>
            <a:off x="311700" y="2287774"/>
            <a:ext cx="8520600" cy="2487025"/>
          </a:xfrm>
          <a:prstGeom prst="rect">
            <a:avLst/>
          </a:prstGeom>
        </p:spPr>
        <p:txBody>
          <a:bodyPr spcFirstLastPara="1" wrap="square" lIns="91425" tIns="91425" rIns="91425" bIns="91425" anchor="t" anchorCtr="0">
            <a:normAutofit/>
          </a:bodyPr>
          <a:lstStyle/>
          <a:p>
            <a:pPr marL="0" lvl="0" indent="0" algn="l"/>
            <a:r>
              <a:rPr lang="en-GB" sz="1300" dirty="0">
                <a:latin typeface="Poppins"/>
                <a:ea typeface="Poppins"/>
                <a:cs typeface="Poppins"/>
                <a:sym typeface="Poppins"/>
              </a:rPr>
              <a:t>GitHub Link-   </a:t>
            </a:r>
            <a:r>
              <a:rPr lang="en-GB" sz="1300" dirty="0">
                <a:latin typeface="Poppins"/>
                <a:ea typeface="Poppins"/>
                <a:cs typeface="Poppins"/>
                <a:sym typeface="Poppins"/>
                <a:hlinkClick r:id="rId3"/>
              </a:rPr>
              <a:t>https://github.com/ayush21er-jpg/Smart-Vehicle-Health-Monitor</a:t>
            </a:r>
            <a:endParaRPr lang="en-GB" sz="1300" dirty="0">
              <a:latin typeface="Poppins"/>
              <a:ea typeface="Poppins"/>
              <a:cs typeface="Poppins"/>
              <a:sym typeface="Poppins"/>
            </a:endParaRPr>
          </a:p>
          <a:p>
            <a:pPr marL="0" lvl="0" indent="0" algn="l"/>
            <a:r>
              <a:rPr lang="en-GB" sz="1300" dirty="0">
                <a:latin typeface="Poppins"/>
                <a:ea typeface="Poppins"/>
                <a:cs typeface="Poppins"/>
                <a:sym typeface="Poppins"/>
              </a:rPr>
              <a:t>Demo Video Link-   </a:t>
            </a:r>
            <a:r>
              <a:rPr lang="en-GB" sz="1300" dirty="0">
                <a:latin typeface="Poppins"/>
                <a:ea typeface="Poppins"/>
                <a:cs typeface="Poppins"/>
                <a:sym typeface="Poppins"/>
                <a:hlinkClick r:id="rId4"/>
              </a:rPr>
              <a:t>https://www.youtube.com/watch?v=Ottpxu--n5g</a:t>
            </a:r>
            <a:endParaRPr lang="en-GB" sz="1300" dirty="0">
              <a:latin typeface="Poppins"/>
              <a:ea typeface="Poppins"/>
              <a:cs typeface="Poppins"/>
              <a:sym typeface="Poppins"/>
            </a:endParaRPr>
          </a:p>
          <a:p>
            <a:pPr marL="0" lvl="0" indent="0" algn="l"/>
            <a:r>
              <a:rPr lang="en-GB" sz="1300" dirty="0">
                <a:latin typeface="Poppins"/>
                <a:ea typeface="Poppins"/>
                <a:cs typeface="Poppins"/>
                <a:sym typeface="Poppins"/>
              </a:rPr>
              <a:t> </a:t>
            </a:r>
            <a:endParaRPr sz="1300" dirty="0">
              <a:latin typeface="Poppins"/>
              <a:ea typeface="Poppins"/>
              <a:cs typeface="Poppins"/>
              <a:sym typeface="Poppins"/>
            </a:endParaRPr>
          </a:p>
        </p:txBody>
      </p:sp>
      <p:sp>
        <p:nvSpPr>
          <p:cNvPr id="137" name="Google Shape;137;p23"/>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Prototype Assets</a:t>
            </a:r>
            <a:endParaRPr sz="1620" b="1" dirty="0">
              <a:latin typeface="Poppins"/>
              <a:ea typeface="Poppins"/>
              <a:cs typeface="Poppins"/>
              <a:sym typeface="Poppins"/>
            </a:endParaRPr>
          </a:p>
        </p:txBody>
      </p:sp>
      <p:sp>
        <p:nvSpPr>
          <p:cNvPr id="138" name="Google Shape;138;p23"/>
          <p:cNvSpPr txBox="1"/>
          <p:nvPr/>
        </p:nvSpPr>
        <p:spPr>
          <a:xfrm>
            <a:off x="311700" y="1192175"/>
            <a:ext cx="8520600" cy="648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GitHub Public Repository Link</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Demo Video Link (Max: 3 Minutes)</a:t>
            </a:r>
            <a:endParaRPr/>
          </a:p>
        </p:txBody>
      </p:sp>
      <p:pic>
        <p:nvPicPr>
          <p:cNvPr id="139" name="Google Shape;139;p23" title="AMD.PS.S22.png"/>
          <p:cNvPicPr preferRelativeResize="0"/>
          <p:nvPr/>
        </p:nvPicPr>
        <p:blipFill rotWithShape="1">
          <a:blip r:embed="rId5">
            <a:alphaModFix/>
          </a:blip>
          <a:srcRect b="89082"/>
          <a:stretch/>
        </p:blipFill>
        <p:spPr>
          <a:xfrm>
            <a:off x="0" y="0"/>
            <a:ext cx="9144000" cy="561524"/>
          </a:xfrm>
          <a:prstGeom prst="rect">
            <a:avLst/>
          </a:prstGeom>
          <a:noFill/>
          <a:ln>
            <a:noFill/>
          </a:ln>
        </p:spPr>
      </p:pic>
      <p:pic>
        <p:nvPicPr>
          <p:cNvPr id="140" name="Google Shape;140;p23" title="AMD.PS.S11.png"/>
          <p:cNvPicPr preferRelativeResize="0"/>
          <p:nvPr/>
        </p:nvPicPr>
        <p:blipFill rotWithShape="1">
          <a:blip r:embed="rId6">
            <a:alphaModFix/>
          </a:blip>
          <a:srcRect t="98295"/>
          <a:stretch/>
        </p:blipFill>
        <p:spPr>
          <a:xfrm>
            <a:off x="0" y="5055825"/>
            <a:ext cx="9144000" cy="87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subTitle" idx="1"/>
          </p:nvPr>
        </p:nvSpPr>
        <p:spPr>
          <a:xfrm>
            <a:off x="311700" y="1338146"/>
            <a:ext cx="8520600" cy="3717679"/>
          </a:xfrm>
          <a:prstGeom prst="rect">
            <a:avLst/>
          </a:prstGeom>
        </p:spPr>
        <p:txBody>
          <a:bodyPr spcFirstLastPara="1" wrap="square" lIns="91425" tIns="91425" rIns="91425" bIns="91425" anchor="t" anchorCtr="0">
            <a:normAutofit/>
          </a:bodyPr>
          <a:lstStyle/>
          <a:p>
            <a:pPr algn="l"/>
            <a:endParaRPr lang="en-IN" sz="1600" b="1" dirty="0">
              <a:latin typeface="Poppins" panose="00000500000000000000" pitchFamily="2" charset="0"/>
              <a:cs typeface="Poppins" panose="00000500000000000000" pitchFamily="2" charset="0"/>
            </a:endParaRPr>
          </a:p>
          <a:p>
            <a:pPr algn="l"/>
            <a:r>
              <a:rPr lang="en-IN" sz="1400" dirty="0"/>
              <a:t>🚗 </a:t>
            </a:r>
            <a:r>
              <a:rPr lang="en-IN" sz="1400" b="1" dirty="0"/>
              <a:t>Improves Vehicle Reliability</a:t>
            </a:r>
            <a:br>
              <a:rPr lang="en-IN" sz="1400" dirty="0"/>
            </a:br>
            <a:r>
              <a:rPr lang="en-IN" sz="1400" dirty="0"/>
              <a:t>Early detection prevents sudden breakdowns</a:t>
            </a:r>
          </a:p>
          <a:p>
            <a:pPr algn="l"/>
            <a:endParaRPr lang="en-IN" sz="1400" dirty="0"/>
          </a:p>
          <a:p>
            <a:pPr algn="l"/>
            <a:r>
              <a:rPr lang="en-IN" sz="1400" dirty="0"/>
              <a:t>💰 </a:t>
            </a:r>
            <a:r>
              <a:rPr lang="en-IN" sz="1400" b="1" dirty="0"/>
              <a:t>Reduces Maintenance Cost</a:t>
            </a:r>
            <a:br>
              <a:rPr lang="en-IN" sz="1400" dirty="0"/>
            </a:br>
            <a:r>
              <a:rPr lang="en-IN" sz="1400" dirty="0"/>
              <a:t>Predictive servicing avoids expensive repairs</a:t>
            </a:r>
          </a:p>
          <a:p>
            <a:pPr algn="l"/>
            <a:endParaRPr lang="en-IN" sz="1400" dirty="0"/>
          </a:p>
          <a:p>
            <a:pPr algn="l"/>
            <a:r>
              <a:rPr lang="en-IN" sz="1400" dirty="0"/>
              <a:t>🛡️ </a:t>
            </a:r>
            <a:r>
              <a:rPr lang="en-IN" sz="1400" b="1" dirty="0"/>
              <a:t>Enhances Safety</a:t>
            </a:r>
            <a:br>
              <a:rPr lang="en-IN" sz="1400" dirty="0"/>
            </a:br>
            <a:r>
              <a:rPr lang="en-IN" sz="1400" dirty="0"/>
              <a:t>Continuous monitoring reduces risk of component failure</a:t>
            </a:r>
          </a:p>
          <a:p>
            <a:pPr algn="l"/>
            <a:endParaRPr lang="en-IN" sz="1400" dirty="0"/>
          </a:p>
          <a:p>
            <a:pPr algn="l"/>
            <a:r>
              <a:rPr lang="en-IN" sz="1400" dirty="0"/>
              <a:t>⚡ </a:t>
            </a:r>
            <a:r>
              <a:rPr lang="en-IN" sz="1400" b="1" dirty="0"/>
              <a:t>Real-Time Edge Intelligence</a:t>
            </a:r>
            <a:br>
              <a:rPr lang="en-IN" sz="1400" dirty="0"/>
            </a:br>
            <a:r>
              <a:rPr lang="en-IN" sz="1400" dirty="0"/>
              <a:t>Fast analysis powered by </a:t>
            </a:r>
            <a:r>
              <a:rPr lang="en-IN" sz="1400" b="1" dirty="0"/>
              <a:t>AMD Ryzen architecture</a:t>
            </a:r>
          </a:p>
          <a:p>
            <a:pPr algn="l"/>
            <a:endParaRPr lang="en-IN" sz="1400" dirty="0"/>
          </a:p>
          <a:p>
            <a:pPr algn="l"/>
            <a:r>
              <a:rPr lang="en-IN" sz="1400" dirty="0"/>
              <a:t>🌍 </a:t>
            </a:r>
            <a:r>
              <a:rPr lang="en-IN" sz="1400" b="1" dirty="0"/>
              <a:t>Scalable for Smart Mobility Ecosystems</a:t>
            </a:r>
            <a:br>
              <a:rPr lang="en-IN" sz="1400" dirty="0"/>
            </a:br>
            <a:r>
              <a:rPr lang="en-IN" sz="1400" dirty="0"/>
              <a:t>Can integrate with connected vehicles &amp; fleet systems</a:t>
            </a:r>
          </a:p>
          <a:p>
            <a:pPr marL="0" lvl="0" indent="0" algn="l" rtl="0">
              <a:spcBef>
                <a:spcPts val="0"/>
              </a:spcBef>
              <a:spcAft>
                <a:spcPts val="0"/>
              </a:spcAft>
              <a:buNone/>
            </a:pPr>
            <a:endParaRPr lang="en-GB" sz="1300" dirty="0">
              <a:latin typeface="Poppins"/>
              <a:ea typeface="Poppins"/>
              <a:cs typeface="Poppins"/>
              <a:sym typeface="Poppins"/>
            </a:endParaRPr>
          </a:p>
        </p:txBody>
      </p:sp>
      <p:pic>
        <p:nvPicPr>
          <p:cNvPr id="147" name="Google Shape;147;p24"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48" name="Google Shape;148;p24"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
        <p:nvSpPr>
          <p:cNvPr id="7" name="TextBox 6">
            <a:extLst>
              <a:ext uri="{FF2B5EF4-FFF2-40B4-BE49-F238E27FC236}">
                <a16:creationId xmlns:a16="http://schemas.microsoft.com/office/drawing/2014/main" id="{991251E5-BB63-9126-9AB7-F47D51C7F1BA}"/>
              </a:ext>
            </a:extLst>
          </p:cNvPr>
          <p:cNvSpPr txBox="1"/>
          <p:nvPr/>
        </p:nvSpPr>
        <p:spPr>
          <a:xfrm>
            <a:off x="2319453" y="850363"/>
            <a:ext cx="4505093" cy="400110"/>
          </a:xfrm>
          <a:prstGeom prst="rect">
            <a:avLst/>
          </a:prstGeom>
          <a:noFill/>
        </p:spPr>
        <p:txBody>
          <a:bodyPr wrap="square" rtlCol="0">
            <a:spAutoFit/>
          </a:bodyPr>
          <a:lstStyle/>
          <a:p>
            <a:r>
              <a:rPr lang="en-IN" sz="2000" b="1" dirty="0">
                <a:latin typeface="Poppins" panose="00000500000000000000" pitchFamily="2" charset="0"/>
                <a:cs typeface="Poppins" panose="00000500000000000000" pitchFamily="2" charset="0"/>
              </a:rPr>
              <a:t>IMPACT of the Proposed Solution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9493AB2E-840C-37AA-2420-2F525F4FF7D1}"/>
            </a:ext>
          </a:extLst>
        </p:cNvPr>
        <p:cNvGrpSpPr/>
        <p:nvPr/>
      </p:nvGrpSpPr>
      <p:grpSpPr>
        <a:xfrm>
          <a:off x="0" y="0"/>
          <a:ext cx="0" cy="0"/>
          <a:chOff x="0" y="0"/>
          <a:chExt cx="0" cy="0"/>
        </a:xfrm>
      </p:grpSpPr>
      <p:sp>
        <p:nvSpPr>
          <p:cNvPr id="145" name="Google Shape;145;p24">
            <a:extLst>
              <a:ext uri="{FF2B5EF4-FFF2-40B4-BE49-F238E27FC236}">
                <a16:creationId xmlns:a16="http://schemas.microsoft.com/office/drawing/2014/main" id="{618F5F40-9888-179B-E03A-8993BE63062C}"/>
              </a:ext>
            </a:extLst>
          </p:cNvPr>
          <p:cNvSpPr txBox="1">
            <a:spLocks noGrp="1"/>
          </p:cNvSpPr>
          <p:nvPr>
            <p:ph type="subTitle" idx="1"/>
          </p:nvPr>
        </p:nvSpPr>
        <p:spPr>
          <a:xfrm>
            <a:off x="311700" y="1501698"/>
            <a:ext cx="8520600" cy="3241287"/>
          </a:xfrm>
          <a:prstGeom prst="rect">
            <a:avLst/>
          </a:prstGeom>
        </p:spPr>
        <p:txBody>
          <a:bodyPr spcFirstLastPara="1" wrap="square" lIns="91425" tIns="91425" rIns="91425" bIns="91425" anchor="t" anchorCtr="0">
            <a:normAutofit/>
          </a:bodyPr>
          <a:lstStyle/>
          <a:p>
            <a:pPr algn="l"/>
            <a:endParaRPr lang="en-IN" sz="2000" b="1" dirty="0"/>
          </a:p>
          <a:p>
            <a:pPr algn="l"/>
            <a:r>
              <a:rPr lang="en-IN" sz="1400" dirty="0"/>
              <a:t>🔌 Integration with real IoT sensors</a:t>
            </a:r>
          </a:p>
          <a:p>
            <a:pPr algn="l"/>
            <a:endParaRPr lang="en-IN" sz="1400" dirty="0"/>
          </a:p>
          <a:p>
            <a:pPr algn="l"/>
            <a:r>
              <a:rPr lang="en-IN" sz="1400" dirty="0"/>
              <a:t>🤖 Advanced ML models trained on real vehicle datasets</a:t>
            </a:r>
          </a:p>
          <a:p>
            <a:pPr algn="l"/>
            <a:endParaRPr lang="en-IN" sz="1400" dirty="0"/>
          </a:p>
          <a:p>
            <a:pPr algn="l"/>
            <a:r>
              <a:rPr lang="en-IN" sz="1400" dirty="0"/>
              <a:t>📱 Mobile app for remote monitoring &amp; alerts</a:t>
            </a:r>
          </a:p>
          <a:p>
            <a:pPr algn="l"/>
            <a:endParaRPr lang="en-IN" sz="1400" dirty="0"/>
          </a:p>
          <a:p>
            <a:pPr algn="l"/>
            <a:r>
              <a:rPr lang="en-IN" sz="1400" dirty="0"/>
              <a:t>☁️ Cloud analytics for fleet-level insights</a:t>
            </a:r>
          </a:p>
          <a:p>
            <a:pPr algn="l"/>
            <a:endParaRPr lang="en-IN" sz="1400" dirty="0"/>
          </a:p>
          <a:p>
            <a:pPr algn="l"/>
            <a:r>
              <a:rPr lang="en-IN" sz="1400" dirty="0"/>
              <a:t>📊 Health score visualization &amp; predictive graphs</a:t>
            </a:r>
          </a:p>
          <a:p>
            <a:pPr algn="l"/>
            <a:endParaRPr lang="en-IN" sz="1400" dirty="0"/>
          </a:p>
          <a:p>
            <a:pPr algn="l"/>
            <a:r>
              <a:rPr lang="en-IN" sz="1400" dirty="0"/>
              <a:t>🔔 Automated service scheduling with notifications</a:t>
            </a:r>
          </a:p>
          <a:p>
            <a:pPr marL="0" lvl="0" indent="0" algn="l" rtl="0">
              <a:spcBef>
                <a:spcPts val="0"/>
              </a:spcBef>
              <a:spcAft>
                <a:spcPts val="0"/>
              </a:spcAft>
              <a:buNone/>
            </a:pPr>
            <a:endParaRPr lang="en-GB" sz="1300" dirty="0">
              <a:latin typeface="Poppins"/>
              <a:ea typeface="Poppins"/>
              <a:cs typeface="Poppins"/>
              <a:sym typeface="Poppins"/>
            </a:endParaRPr>
          </a:p>
        </p:txBody>
      </p:sp>
      <p:pic>
        <p:nvPicPr>
          <p:cNvPr id="147" name="Google Shape;147;p24" title="AMD.PS.S22.png">
            <a:extLst>
              <a:ext uri="{FF2B5EF4-FFF2-40B4-BE49-F238E27FC236}">
                <a16:creationId xmlns:a16="http://schemas.microsoft.com/office/drawing/2014/main" id="{B63A8677-9E53-2732-3CDD-D9AB5E4CCCF9}"/>
              </a:ext>
            </a:extLst>
          </p:cNvPr>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48" name="Google Shape;148;p24" title="AMD.PS.S11.png">
            <a:extLst>
              <a:ext uri="{FF2B5EF4-FFF2-40B4-BE49-F238E27FC236}">
                <a16:creationId xmlns:a16="http://schemas.microsoft.com/office/drawing/2014/main" id="{D2CECAD5-D05A-9590-72A6-313AA40B7CE1}"/>
              </a:ext>
            </a:extLst>
          </p:cNvPr>
          <p:cNvPicPr preferRelativeResize="0"/>
          <p:nvPr/>
        </p:nvPicPr>
        <p:blipFill rotWithShape="1">
          <a:blip r:embed="rId4">
            <a:alphaModFix/>
          </a:blip>
          <a:srcRect t="98295"/>
          <a:stretch/>
        </p:blipFill>
        <p:spPr>
          <a:xfrm>
            <a:off x="0" y="5055825"/>
            <a:ext cx="9144000" cy="87674"/>
          </a:xfrm>
          <a:prstGeom prst="rect">
            <a:avLst/>
          </a:prstGeom>
          <a:noFill/>
          <a:ln>
            <a:noFill/>
          </a:ln>
        </p:spPr>
      </p:pic>
      <p:sp>
        <p:nvSpPr>
          <p:cNvPr id="5" name="TextBox 4">
            <a:extLst>
              <a:ext uri="{FF2B5EF4-FFF2-40B4-BE49-F238E27FC236}">
                <a16:creationId xmlns:a16="http://schemas.microsoft.com/office/drawing/2014/main" id="{80B83C79-2319-A98A-A5CD-56A6FB488240}"/>
              </a:ext>
            </a:extLst>
          </p:cNvPr>
          <p:cNvSpPr txBox="1"/>
          <p:nvPr/>
        </p:nvSpPr>
        <p:spPr>
          <a:xfrm>
            <a:off x="3007112" y="831556"/>
            <a:ext cx="3129775" cy="400110"/>
          </a:xfrm>
          <a:prstGeom prst="rect">
            <a:avLst/>
          </a:prstGeom>
          <a:noFill/>
        </p:spPr>
        <p:txBody>
          <a:bodyPr wrap="square" rtlCol="0">
            <a:spAutoFit/>
          </a:bodyPr>
          <a:lstStyle/>
          <a:p>
            <a:r>
              <a:rPr lang="en-IN" sz="2000" b="1" dirty="0">
                <a:latin typeface="Poppins" panose="00000500000000000000" pitchFamily="2" charset="0"/>
                <a:cs typeface="Poppins" panose="00000500000000000000" pitchFamily="2" charset="0"/>
              </a:rPr>
              <a:t>Future Enhancements</a:t>
            </a:r>
          </a:p>
        </p:txBody>
      </p:sp>
    </p:spTree>
    <p:extLst>
      <p:ext uri="{BB962C8B-B14F-4D97-AF65-F5344CB8AC3E}">
        <p14:creationId xmlns:p14="http://schemas.microsoft.com/office/powerpoint/2010/main" val="1231685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DF0731E8-9483-2D7B-2ABD-1B4E59FAFC05}"/>
            </a:ext>
          </a:extLst>
        </p:cNvPr>
        <p:cNvGrpSpPr/>
        <p:nvPr/>
      </p:nvGrpSpPr>
      <p:grpSpPr>
        <a:xfrm>
          <a:off x="0" y="0"/>
          <a:ext cx="0" cy="0"/>
          <a:chOff x="0" y="0"/>
          <a:chExt cx="0" cy="0"/>
        </a:xfrm>
      </p:grpSpPr>
      <p:sp>
        <p:nvSpPr>
          <p:cNvPr id="145" name="Google Shape;145;p24">
            <a:extLst>
              <a:ext uri="{FF2B5EF4-FFF2-40B4-BE49-F238E27FC236}">
                <a16:creationId xmlns:a16="http://schemas.microsoft.com/office/drawing/2014/main" id="{7543B4B5-220D-2ED4-0722-F89F059FD94A}"/>
              </a:ext>
            </a:extLst>
          </p:cNvPr>
          <p:cNvSpPr txBox="1">
            <a:spLocks noGrp="1"/>
          </p:cNvSpPr>
          <p:nvPr>
            <p:ph type="subTitle" idx="1"/>
          </p:nvPr>
        </p:nvSpPr>
        <p:spPr>
          <a:xfrm>
            <a:off x="311700" y="1143124"/>
            <a:ext cx="8520600" cy="3599862"/>
          </a:xfrm>
          <a:prstGeom prst="rect">
            <a:avLst/>
          </a:prstGeom>
        </p:spPr>
        <p:txBody>
          <a:bodyPr spcFirstLastPara="1" wrap="square" lIns="91425" tIns="91425" rIns="91425" bIns="91425" anchor="t" anchorCtr="0">
            <a:normAutofit/>
          </a:bodyPr>
          <a:lstStyle/>
          <a:p>
            <a:endParaRPr lang="en-IN" sz="2000" b="1" dirty="0"/>
          </a:p>
          <a:p>
            <a:pPr algn="l"/>
            <a:r>
              <a:rPr lang="en-IN" sz="1400" dirty="0"/>
              <a:t>      The Smart Vehicle Health Monitoring System demonstrates how </a:t>
            </a:r>
            <a:r>
              <a:rPr lang="en-IN" sz="1400" b="1" dirty="0"/>
              <a:t>edge AI + predictive analytics</a:t>
            </a:r>
            <a:r>
              <a:rPr lang="en-IN" sz="1400" dirty="0"/>
              <a:t> can transform traditional vehicle diagnostics into an intelligent, proactive maintenance platform.</a:t>
            </a:r>
          </a:p>
          <a:p>
            <a:pPr algn="l"/>
            <a:endParaRPr lang="en-IN" sz="1400" dirty="0"/>
          </a:p>
          <a:p>
            <a:pPr algn="l"/>
            <a:r>
              <a:rPr lang="en-IN" sz="1400" dirty="0"/>
              <a:t>      By using high-performance computing capabilities, the solution enables:</a:t>
            </a:r>
          </a:p>
          <a:p>
            <a:pPr marL="114300" indent="0" algn="l"/>
            <a:r>
              <a:rPr lang="en-IN" sz="1400" dirty="0"/>
              <a:t>            * Real-time monitoring</a:t>
            </a:r>
          </a:p>
          <a:p>
            <a:pPr marL="114300" indent="0" algn="l"/>
            <a:r>
              <a:rPr lang="en-IN" sz="1400" dirty="0"/>
              <a:t>            * Predictive insights</a:t>
            </a:r>
          </a:p>
          <a:p>
            <a:pPr marL="114300" indent="0" algn="l"/>
            <a:r>
              <a:rPr lang="en-IN" sz="1400" dirty="0"/>
              <a:t>            * Improved safety &amp; efficiency</a:t>
            </a:r>
          </a:p>
          <a:p>
            <a:pPr marL="0" lvl="0" indent="0" algn="l" rtl="0">
              <a:spcBef>
                <a:spcPts val="0"/>
              </a:spcBef>
              <a:spcAft>
                <a:spcPts val="0"/>
              </a:spcAft>
              <a:buNone/>
            </a:pPr>
            <a:endParaRPr lang="en-GB" sz="1300" dirty="0">
              <a:latin typeface="Poppins"/>
              <a:ea typeface="Poppins"/>
              <a:cs typeface="Poppins"/>
              <a:sym typeface="Poppins"/>
            </a:endParaRPr>
          </a:p>
        </p:txBody>
      </p:sp>
      <p:pic>
        <p:nvPicPr>
          <p:cNvPr id="147" name="Google Shape;147;p24" title="AMD.PS.S22.png">
            <a:extLst>
              <a:ext uri="{FF2B5EF4-FFF2-40B4-BE49-F238E27FC236}">
                <a16:creationId xmlns:a16="http://schemas.microsoft.com/office/drawing/2014/main" id="{D2957EA8-074A-EB82-9B35-07F71328EA23}"/>
              </a:ext>
            </a:extLst>
          </p:cNvPr>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48" name="Google Shape;148;p24" title="AMD.PS.S11.png">
            <a:extLst>
              <a:ext uri="{FF2B5EF4-FFF2-40B4-BE49-F238E27FC236}">
                <a16:creationId xmlns:a16="http://schemas.microsoft.com/office/drawing/2014/main" id="{E90C6B49-8B95-214C-E271-C66CA2D2576F}"/>
              </a:ext>
            </a:extLst>
          </p:cNvPr>
          <p:cNvPicPr preferRelativeResize="0"/>
          <p:nvPr/>
        </p:nvPicPr>
        <p:blipFill rotWithShape="1">
          <a:blip r:embed="rId4">
            <a:alphaModFix/>
          </a:blip>
          <a:srcRect t="98295"/>
          <a:stretch/>
        </p:blipFill>
        <p:spPr>
          <a:xfrm>
            <a:off x="0" y="5055825"/>
            <a:ext cx="9144000" cy="87674"/>
          </a:xfrm>
          <a:prstGeom prst="rect">
            <a:avLst/>
          </a:prstGeom>
          <a:noFill/>
          <a:ln>
            <a:noFill/>
          </a:ln>
        </p:spPr>
      </p:pic>
      <p:sp>
        <p:nvSpPr>
          <p:cNvPr id="2" name="TextBox 1">
            <a:extLst>
              <a:ext uri="{FF2B5EF4-FFF2-40B4-BE49-F238E27FC236}">
                <a16:creationId xmlns:a16="http://schemas.microsoft.com/office/drawing/2014/main" id="{3ED4D32E-6A0A-870A-C132-9F78494516E1}"/>
              </a:ext>
            </a:extLst>
          </p:cNvPr>
          <p:cNvSpPr txBox="1"/>
          <p:nvPr/>
        </p:nvSpPr>
        <p:spPr>
          <a:xfrm>
            <a:off x="3709639" y="743013"/>
            <a:ext cx="1724721" cy="400110"/>
          </a:xfrm>
          <a:prstGeom prst="rect">
            <a:avLst/>
          </a:prstGeom>
          <a:noFill/>
        </p:spPr>
        <p:txBody>
          <a:bodyPr wrap="square" rtlCol="0">
            <a:spAutoFit/>
          </a:bodyPr>
          <a:lstStyle/>
          <a:p>
            <a:r>
              <a:rPr lang="en-IN" sz="2000" b="1" dirty="0">
                <a:latin typeface="Poppins" panose="00000500000000000000" pitchFamily="2" charset="0"/>
                <a:cs typeface="Poppins" panose="00000500000000000000" pitchFamily="2" charset="0"/>
              </a:rPr>
              <a:t>Conclusion</a:t>
            </a:r>
          </a:p>
        </p:txBody>
      </p:sp>
    </p:spTree>
    <p:extLst>
      <p:ext uri="{BB962C8B-B14F-4D97-AF65-F5344CB8AC3E}">
        <p14:creationId xmlns:p14="http://schemas.microsoft.com/office/powerpoint/2010/main" val="3013326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6" name="Google Shape;166;p2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7" name="Google Shape;167;p27" title="AMD.PS.S33.png"/>
          <p:cNvPicPr preferRelativeResize="0"/>
          <p:nvPr/>
        </p:nvPicPr>
        <p:blipFill rotWithShape="1">
          <a:blip r:embed="rId3">
            <a:alphaModFix/>
          </a:blip>
          <a:src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TotalTime>
  <Words>871</Words>
  <Application>Microsoft Office PowerPoint</Application>
  <PresentationFormat>On-screen Show (16:9)</PresentationFormat>
  <Paragraphs>124</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Poppins</vt:lpstr>
      <vt:lpstr>Arial</vt:lpstr>
      <vt:lpstr>Simple Light</vt:lpstr>
      <vt:lpstr>PowerPoint Presentation</vt:lpstr>
      <vt:lpstr>Brief about the idea</vt:lpstr>
      <vt:lpstr>Opportunities</vt:lpstr>
      <vt:lpstr>List of features offered by the solution</vt:lpstr>
      <vt:lpstr>Process flow diagram or Use-case diagram</vt:lpstr>
      <vt:lpstr>Architecture diagram of the proposed solution</vt:lpstr>
      <vt:lpstr>Technologies to be used in the solution</vt:lpstr>
      <vt:lpstr>Usage of AMD Products/Solutions</vt:lpstr>
      <vt:lpstr>Prototype Assets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ayush21er@gmail.com</cp:lastModifiedBy>
  <cp:revision>1</cp:revision>
  <dcterms:modified xsi:type="dcterms:W3CDTF">2026-03-01T15:33:00Z</dcterms:modified>
</cp:coreProperties>
</file>